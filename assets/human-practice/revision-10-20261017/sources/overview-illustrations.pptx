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5" r:id="rId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86740" y="1866900"/>
            <a:ext cx="2621280" cy="2316480"/>
          </a:xfrm>
          <a:prstGeom prst="roundRect">
            <a:avLst>
              <a:gd name="adj" fmla="val 11000"/>
            </a:avLst>
          </a:prstGeom>
          <a:solidFill>
            <a:srgbClr val="FFFAF3"/>
          </a:solidFill>
          <a:ln w="6350">
            <a:solidFill>
              <a:srgbClr val="DD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860" y="2468880"/>
            <a:ext cx="2225040" cy="708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936348"/>
                </a:solidFill>
                <a:latin typeface="Aptos"/>
              </a:rPr>
              <a:t>585</a:t>
            </a:r>
            <a:endParaRPr sz="6200" b="1">
              <a:solidFill>
                <a:srgbClr val="936348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5340" y="3505200"/>
            <a:ext cx="2164080" cy="2819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432B23"/>
                </a:solidFill>
                <a:latin typeface="Aptos"/>
              </a:rPr>
              <a:t>Valid questionnaires</a:t>
            </a:r>
            <a:endParaRPr sz="1660" b="1">
              <a:solidFill>
                <a:srgbClr val="432B23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383280" y="1866900"/>
            <a:ext cx="2621280" cy="2316480"/>
          </a:xfrm>
          <a:prstGeom prst="roundRect">
            <a:avLst>
              <a:gd name="adj" fmla="val 11000"/>
            </a:avLst>
          </a:prstGeom>
          <a:solidFill>
            <a:srgbClr val="FFFAF3"/>
          </a:solidFill>
          <a:ln w="6350">
            <a:solidFill>
              <a:srgbClr val="DD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1400" y="2468880"/>
            <a:ext cx="2225040" cy="708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A37D63"/>
                </a:solidFill>
                <a:latin typeface="Aptos"/>
              </a:rPr>
              <a:t>10</a:t>
            </a:r>
            <a:endParaRPr sz="6200" b="1">
              <a:solidFill>
                <a:srgbClr val="A37D63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11880" y="3539490"/>
            <a:ext cx="2164080" cy="2819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432B23"/>
                </a:solidFill>
                <a:latin typeface="Aptos"/>
              </a:rPr>
              <a:t>Stakeholder groups</a:t>
            </a:r>
            <a:endParaRPr sz="1620" b="1">
              <a:solidFill>
                <a:srgbClr val="432B23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79819" y="1866900"/>
            <a:ext cx="2621280" cy="2316480"/>
          </a:xfrm>
          <a:prstGeom prst="roundRect">
            <a:avLst>
              <a:gd name="adj" fmla="val 11000"/>
            </a:avLst>
          </a:prstGeom>
          <a:solidFill>
            <a:srgbClr val="FFFAF3"/>
          </a:solidFill>
          <a:ln w="6350">
            <a:solidFill>
              <a:srgbClr val="DD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7939" y="2468880"/>
            <a:ext cx="2225040" cy="708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BE7655"/>
                </a:solidFill>
                <a:latin typeface="Aptos"/>
              </a:rPr>
              <a:t>24</a:t>
            </a:r>
            <a:endParaRPr sz="6200" b="1">
              <a:solidFill>
                <a:srgbClr val="BE7655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8419" y="3528060"/>
            <a:ext cx="2164080" cy="2819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432B23"/>
                </a:solidFill>
                <a:latin typeface="Aptos"/>
              </a:rPr>
              <a:t>Named contacts</a:t>
            </a:r>
            <a:endParaRPr sz="1680" b="1">
              <a:solidFill>
                <a:srgbClr val="432B23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976359" y="1866900"/>
            <a:ext cx="2621280" cy="2316480"/>
          </a:xfrm>
          <a:prstGeom prst="roundRect">
            <a:avLst>
              <a:gd name="adj" fmla="val 11000"/>
            </a:avLst>
          </a:prstGeom>
          <a:solidFill>
            <a:srgbClr val="FFFAF3"/>
          </a:solidFill>
          <a:ln w="6350">
            <a:solidFill>
              <a:srgbClr val="DD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74479" y="2468880"/>
            <a:ext cx="2225040" cy="708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5A068"/>
                </a:solidFill>
                <a:latin typeface="Aptos"/>
              </a:rPr>
              <a:t>45</a:t>
            </a:r>
            <a:endParaRPr sz="6200" b="1">
              <a:solidFill>
                <a:srgbClr val="D5A068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204959" y="3505200"/>
            <a:ext cx="2164080" cy="2819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432B23"/>
                </a:solidFill>
                <a:latin typeface="Aptos"/>
              </a:rPr>
              <a:t>Work entries</a:t>
            </a:r>
            <a:endParaRPr sz="1750" b="1">
              <a:solidFill>
                <a:srgbClr val="432B2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7905" y="330200"/>
            <a:ext cx="7428230" cy="58140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WPS 演示</Application>
  <PresentationFormat>On-screen Show (4:3)</PresentationFormat>
  <Paragraphs>16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Arial</vt:lpstr>
      <vt:lpstr>Aptos</vt:lpstr>
      <vt:lpstr>Segoe UI</vt:lpstr>
      <vt:lpstr>Georgia</vt:lpstr>
      <vt:lpstr>Calibri</vt:lpstr>
      <vt:lpstr>微软雅黑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ByeGerm | IHP Statistics — English Edition</dc:title>
  <dc:creator/>
  <dc:description>Translated and recolored from the original IHP report. Counts retain their original evidence qualifications.</dc:description>
  <dc:subject>Human Practices data report, English edition, warm-brown design</dc:subject>
  <cp:lastModifiedBy>杨雨佳</cp:lastModifiedBy>
  <cp:revision>2</cp:revision>
  <dcterms:created xsi:type="dcterms:W3CDTF">2013-01-27T09:14:00Z</dcterms:created>
  <dcterms:modified xsi:type="dcterms:W3CDTF">2026-10-17T07:05:05Z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DC8C983F081B4D19B7922E8F8F9896B4_13</vt:lpwstr>
  </property>
</Properties>
</file>