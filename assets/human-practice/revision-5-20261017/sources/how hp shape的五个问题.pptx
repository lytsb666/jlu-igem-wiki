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5C32"/>
    <a:srgbClr val="C4915F"/>
    <a:srgbClr val="8E6F38"/>
    <a:srgbClr val="BF9B5C"/>
    <a:srgbClr val="4B3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5.svg"/><Relationship Id="rId14" Type="http://schemas.openxmlformats.org/officeDocument/2006/relationships/image" Target="../media/image14.svg"/><Relationship Id="rId13" Type="http://schemas.openxmlformats.org/officeDocument/2006/relationships/image" Target="../media/image13.sv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1450975" y="144145"/>
            <a:ext cx="5940000" cy="720090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31750">
            <a:solidFill>
              <a:srgbClr val="C4915F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</a:rPr>
              <a:t>What Global Health Challenges Matter Most? </a:t>
            </a:r>
            <a:endParaRPr lang="en-US" altLang="zh-CN" sz="2400">
              <a:solidFill>
                <a:srgbClr val="4B39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63210" y="1475105"/>
            <a:ext cx="5940000" cy="720000"/>
          </a:xfrm>
          <a:prstGeom prst="roundRect">
            <a:avLst>
              <a:gd name="adj" fmla="val 12000"/>
            </a:avLst>
          </a:prstGeom>
          <a:solidFill>
            <a:srgbClr val="E6DCBE"/>
          </a:solidFill>
          <a:ln w="31750">
            <a:solidFill>
              <a:srgbClr val="BF9B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</a:rPr>
              <a:t>How Can We Contribute to Global Health?</a:t>
            </a:r>
            <a:endParaRPr lang="en-US" altLang="zh-CN" sz="2400">
              <a:solidFill>
                <a:srgbClr val="4B39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50975" y="2814320"/>
            <a:ext cx="5940000" cy="720000"/>
          </a:xfrm>
          <a:prstGeom prst="roundRect">
            <a:avLst>
              <a:gd name="adj" fmla="val 12000"/>
            </a:avLst>
          </a:prstGeom>
          <a:solidFill>
            <a:srgbClr val="D0D8C8"/>
          </a:solidFill>
          <a:ln w="31750">
            <a:solidFill>
              <a:srgbClr val="8091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</a:rPr>
              <a:t>How Human Practices Shape the Science?</a:t>
            </a:r>
            <a:endParaRPr lang="en-US" altLang="zh-CN" sz="2400">
              <a:solidFill>
                <a:srgbClr val="4B39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59020" y="4199890"/>
            <a:ext cx="6995160" cy="720090"/>
          </a:xfrm>
          <a:prstGeom prst="roundRect">
            <a:avLst>
              <a:gd name="adj" fmla="val 12000"/>
            </a:avLst>
          </a:prstGeom>
          <a:solidFill>
            <a:srgbClr val="C8D1D6"/>
          </a:solidFill>
          <a:ln w="31750">
            <a:solidFill>
              <a:srgbClr val="7A8B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</a:rPr>
              <a:t>How Does By</a:t>
            </a:r>
            <a:r>
              <a:rPr lang="en-US" altLang="zh-CN" sz="2400">
                <a:solidFill>
                  <a:srgbClr val="4B3900"/>
                </a:solidFill>
              </a:rPr>
              <a:t>eGerm Evolve Through Human Practices? </a:t>
            </a:r>
            <a:endParaRPr lang="en-US" altLang="zh-CN" sz="2400">
              <a:solidFill>
                <a:srgbClr val="4B39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11250" y="5513705"/>
            <a:ext cx="6419850" cy="720090"/>
          </a:xfrm>
          <a:prstGeom prst="roundRect">
            <a:avLst>
              <a:gd name="adj" fmla="val 12000"/>
            </a:avLst>
          </a:prstGeom>
          <a:solidFill>
            <a:srgbClr val="E0CDCA"/>
          </a:solidFill>
          <a:ln w="31750">
            <a:solidFill>
              <a:srgbClr val="BC888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</a:rPr>
              <a:t>How Can the iGEM Spirit Drive By</a:t>
            </a:r>
            <a:r>
              <a:rPr lang="en-US" altLang="zh-CN" sz="2400">
                <a:solidFill>
                  <a:srgbClr val="4B3900"/>
                </a:solidFill>
              </a:rPr>
              <a:t>eGerm Forward?</a:t>
            </a:r>
            <a:endParaRPr lang="en-US" altLang="zh-CN" sz="2400">
              <a:solidFill>
                <a:srgbClr val="4B3900"/>
              </a:solidFill>
            </a:endParaRPr>
          </a:p>
        </p:txBody>
      </p:sp>
      <p:pic>
        <p:nvPicPr>
          <p:cNvPr id="4" name="图片 3" descr="地球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53960" y="193040"/>
            <a:ext cx="610235" cy="610235"/>
          </a:xfrm>
          <a:prstGeom prst="rect">
            <a:avLst/>
          </a:prstGeom>
        </p:spPr>
      </p:pic>
      <p:pic>
        <p:nvPicPr>
          <p:cNvPr id="6" name="图片 5" descr="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5490" y="1475105"/>
            <a:ext cx="628015" cy="628015"/>
          </a:xfrm>
          <a:prstGeom prst="rect">
            <a:avLst/>
          </a:prstGeom>
        </p:spPr>
      </p:pic>
      <p:pic>
        <p:nvPicPr>
          <p:cNvPr id="8" name="图片 7" descr="书写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7145" y="2849245"/>
            <a:ext cx="627380" cy="627380"/>
          </a:xfrm>
          <a:prstGeom prst="rect">
            <a:avLst/>
          </a:prstGeom>
        </p:spPr>
      </p:pic>
      <p:pic>
        <p:nvPicPr>
          <p:cNvPr id="10" name="图片 9" descr="产品迭代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6375" y="4288790"/>
            <a:ext cx="609600" cy="609600"/>
          </a:xfrm>
          <a:prstGeom prst="rect">
            <a:avLst/>
          </a:prstGeom>
        </p:spPr>
      </p:pic>
      <p:pic>
        <p:nvPicPr>
          <p:cNvPr id="12" name="图片 11" descr="合作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8585" y="5585460"/>
            <a:ext cx="608965" cy="608965"/>
          </a:xfrm>
          <a:prstGeom prst="rect">
            <a:avLst/>
          </a:prstGeom>
        </p:spPr>
      </p:pic>
      <p:pic>
        <p:nvPicPr>
          <p:cNvPr id="13" name="图片 12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 flipH="1">
            <a:off x="6856095" y="883920"/>
            <a:ext cx="648335" cy="608965"/>
          </a:xfrm>
          <a:prstGeom prst="rect">
            <a:avLst/>
          </a:prstGeom>
        </p:spPr>
      </p:pic>
      <p:pic>
        <p:nvPicPr>
          <p:cNvPr id="14" name="图片 13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 flipH="1" flipV="1">
            <a:off x="5251450" y="2174240"/>
            <a:ext cx="629285" cy="692150"/>
          </a:xfrm>
          <a:prstGeom prst="rect">
            <a:avLst/>
          </a:prstGeom>
        </p:spPr>
      </p:pic>
      <p:pic>
        <p:nvPicPr>
          <p:cNvPr id="15" name="图片 14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 flipH="1">
            <a:off x="6889115" y="3550920"/>
            <a:ext cx="652780" cy="631825"/>
          </a:xfrm>
          <a:prstGeom prst="rect">
            <a:avLst/>
          </a:prstGeom>
        </p:spPr>
      </p:pic>
      <p:pic>
        <p:nvPicPr>
          <p:cNvPr id="16" name="图片 15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 flipH="1" flipV="1">
            <a:off x="4756785" y="4883150"/>
            <a:ext cx="629285" cy="692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演示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杨雨佳</cp:lastModifiedBy>
  <cp:revision>7</cp:revision>
  <dcterms:created xsi:type="dcterms:W3CDTF">2013-01-27T09:14:00Z</dcterms:created>
  <dcterms:modified xsi:type="dcterms:W3CDTF">2026-10-16T16:57:27Z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2C1A0AAEFF444338843D7E36D45E2893_13</vt:lpwstr>
  </property>
</Properties>
</file>