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144000" cy="3840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73E22"/>
                </a:solidFill>
                <a:latin typeface="Arial" panose="020B0604020202020204"/>
              </a:rPr>
              <a:t>ACTIVITY TYPES</a:t>
            </a:r>
            <a:endParaRPr sz="2200" b="1">
              <a:solidFill>
                <a:srgbClr val="673E22"/>
              </a:solidFill>
              <a:latin typeface="Arial" panose="020B0604020202020204"/>
            </a:endParaRPr>
          </a:p>
        </p:txBody>
      </p:sp>
      <p:sp>
        <p:nvSpPr>
          <p:cNvPr id="3" name="Oval 2"/>
          <p:cNvSpPr/>
          <p:nvPr/>
        </p:nvSpPr>
        <p:spPr>
          <a:xfrm>
            <a:off x="224155" y="868680"/>
            <a:ext cx="498475" cy="485140"/>
          </a:xfrm>
          <a:prstGeom prst="ellipse">
            <a:avLst/>
          </a:prstGeom>
          <a:solidFill>
            <a:srgbClr val="E8D5C1"/>
          </a:solidFill>
          <a:ln w="13970">
            <a:solidFill>
              <a:srgbClr val="C4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2345" y="952500"/>
            <a:ext cx="1908175" cy="431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800">
                <a:solidFill>
                  <a:srgbClr val="673E22"/>
                </a:solidFill>
                <a:latin typeface="Arial" panose="020B0604020202020204"/>
              </a:rPr>
              <a:t>Expert Interview</a:t>
            </a:r>
            <a:endParaRPr sz="1800">
              <a:solidFill>
                <a:srgbClr val="673E22"/>
              </a:solidFill>
              <a:latin typeface="Arial" panose="020B0604020202020204"/>
            </a:endParaRPr>
          </a:p>
        </p:txBody>
      </p:sp>
      <p:sp>
        <p:nvSpPr>
          <p:cNvPr id="5" name="Oval 4"/>
          <p:cNvSpPr/>
          <p:nvPr/>
        </p:nvSpPr>
        <p:spPr>
          <a:xfrm>
            <a:off x="224155" y="1600200"/>
            <a:ext cx="498475" cy="485140"/>
          </a:xfrm>
          <a:prstGeom prst="ellipse">
            <a:avLst/>
          </a:prstGeom>
          <a:solidFill>
            <a:srgbClr val="E6DCBE"/>
          </a:solidFill>
          <a:ln w="13970">
            <a:solidFill>
              <a:srgbClr val="BF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2345" y="1651000"/>
            <a:ext cx="1696720" cy="4565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800">
                <a:solidFill>
                  <a:srgbClr val="673E22"/>
                </a:solidFill>
                <a:latin typeface="Arial" panose="020B0604020202020204"/>
              </a:rPr>
              <a:t>Presentation</a:t>
            </a:r>
            <a:endParaRPr sz="1800">
              <a:solidFill>
                <a:srgbClr val="673E22"/>
              </a:solidFill>
              <a:latin typeface="Arial" panose="020B0604020202020204"/>
            </a:endParaRPr>
          </a:p>
        </p:txBody>
      </p:sp>
      <p:sp>
        <p:nvSpPr>
          <p:cNvPr id="7" name="Oval 6"/>
          <p:cNvSpPr/>
          <p:nvPr/>
        </p:nvSpPr>
        <p:spPr>
          <a:xfrm>
            <a:off x="3150235" y="868680"/>
            <a:ext cx="498475" cy="485140"/>
          </a:xfrm>
          <a:prstGeom prst="ellipse">
            <a:avLst/>
          </a:prstGeom>
          <a:solidFill>
            <a:srgbClr val="D0D8C8"/>
          </a:solidFill>
          <a:ln w="13970">
            <a:solidFill>
              <a:srgbClr val="809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8425" y="883285"/>
            <a:ext cx="1277620" cy="4565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800">
                <a:solidFill>
                  <a:srgbClr val="673E22"/>
                </a:solidFill>
                <a:latin typeface="Arial" panose="020B0604020202020204"/>
              </a:rPr>
              <a:t>Field Visit</a:t>
            </a:r>
            <a:endParaRPr sz="1800">
              <a:solidFill>
                <a:srgbClr val="673E22"/>
              </a:solidFill>
              <a:latin typeface="Arial" panose="020B060402020202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3150235" y="1600200"/>
            <a:ext cx="498475" cy="485140"/>
          </a:xfrm>
          <a:prstGeom prst="ellipse">
            <a:avLst/>
          </a:prstGeom>
          <a:solidFill>
            <a:srgbClr val="C8D1D6"/>
          </a:solidFill>
          <a:ln w="13970">
            <a:solidFill>
              <a:srgbClr val="7A8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9400" y="1628140"/>
            <a:ext cx="1031875" cy="4565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800">
                <a:solidFill>
                  <a:srgbClr val="673E22"/>
                </a:solidFill>
                <a:latin typeface="Arial" panose="020B0604020202020204"/>
              </a:rPr>
              <a:t>Survey</a:t>
            </a:r>
            <a:endParaRPr sz="1800">
              <a:solidFill>
                <a:srgbClr val="673E22"/>
              </a:solidFill>
              <a:latin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520055" y="845820"/>
            <a:ext cx="498475" cy="485140"/>
          </a:xfrm>
          <a:prstGeom prst="ellipse">
            <a:avLst/>
          </a:prstGeom>
          <a:solidFill>
            <a:srgbClr val="E0CDCA"/>
          </a:solidFill>
          <a:ln w="13970">
            <a:solidFill>
              <a:srgbClr val="BC8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7305" y="860425"/>
            <a:ext cx="945515" cy="4565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800">
                <a:solidFill>
                  <a:srgbClr val="673E22"/>
                </a:solidFill>
                <a:latin typeface="Arial" panose="020B0604020202020204"/>
              </a:rPr>
              <a:t>Voting</a:t>
            </a:r>
            <a:endParaRPr sz="1800">
              <a:solidFill>
                <a:srgbClr val="673E22"/>
              </a:solidFill>
              <a:latin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520055" y="1577340"/>
            <a:ext cx="498475" cy="485140"/>
          </a:xfrm>
          <a:prstGeom prst="ellipse">
            <a:avLst/>
          </a:prstGeom>
          <a:solidFill>
            <a:srgbClr val="D5CEDD"/>
          </a:solidFill>
          <a:ln w="13970">
            <a:solidFill>
              <a:srgbClr val="938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3775" y="1628140"/>
            <a:ext cx="3373120" cy="4565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800">
                <a:solidFill>
                  <a:srgbClr val="673E22"/>
                </a:solidFill>
                <a:latin typeface="Arial" panose="020B0604020202020204"/>
              </a:rPr>
              <a:t>Gamified Engagement</a:t>
            </a:r>
            <a:endParaRPr sz="1800">
              <a:solidFill>
                <a:srgbClr val="673E2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WPS 演示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杨雨佳</cp:lastModifiedBy>
  <cp:revision>2</cp:revision>
  <dcterms:created xsi:type="dcterms:W3CDTF">2013-01-27T09:14:00Z</dcterms:created>
  <dcterms:modified xsi:type="dcterms:W3CDTF">2026-10-16T17:41:40Z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3459EBFA37AA44C682236DD960854AFD_13</vt:lpwstr>
  </property>
</Properties>
</file>