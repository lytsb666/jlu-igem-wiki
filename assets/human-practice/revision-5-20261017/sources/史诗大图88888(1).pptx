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3840480" cy="14081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3900"/>
    <a:srgbClr val="8C8B8A"/>
    <a:srgbClr val="9C6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0"/>
        <p:guide pos="28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85950" y="2105660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 label – LISTEN"/>
          <p:cNvSpPr txBox="1"/>
          <p:nvPr/>
        </p:nvSpPr>
        <p:spPr>
          <a:xfrm>
            <a:off x="1362202" y="1341628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lang="en-US"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ISTEN</a:t>
            </a:r>
            <a:endParaRPr lang="en-US"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Stage circle – DEFINE"/>
          <p:cNvSpPr/>
          <p:nvPr/>
        </p:nvSpPr>
        <p:spPr>
          <a:xfrm>
            <a:off x="1362075" y="335915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ge label – DEFINE"/>
          <p:cNvSpPr txBox="1"/>
          <p:nvPr/>
        </p:nvSpPr>
        <p:spPr>
          <a:xfrm>
            <a:off x="1353312" y="3699002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DEFINE</a:t>
            </a:r>
            <a:endParaRPr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Stage label – BUILD"/>
          <p:cNvSpPr txBox="1"/>
          <p:nvPr/>
        </p:nvSpPr>
        <p:spPr>
          <a:xfrm>
            <a:off x="1366647" y="6102731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BUILD</a:t>
            </a:r>
            <a:endParaRPr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Stage label – EXTEND"/>
          <p:cNvSpPr txBox="1"/>
          <p:nvPr/>
        </p:nvSpPr>
        <p:spPr>
          <a:xfrm>
            <a:off x="1375537" y="12294489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EXTEND</a:t>
            </a:r>
            <a:endParaRPr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Stage label – COLLABORATION"/>
          <p:cNvSpPr txBox="1"/>
          <p:nvPr/>
        </p:nvSpPr>
        <p:spPr>
          <a:xfrm>
            <a:off x="1392682" y="17133062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COLLABORATION</a:t>
            </a:r>
            <a:endParaRPr sz="11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Oval 8"/>
          <p:cNvSpPr/>
          <p:nvPr/>
        </p:nvSpPr>
        <p:spPr>
          <a:xfrm>
            <a:off x="667385" y="929005"/>
            <a:ext cx="486000" cy="485140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/>
          </a:p>
        </p:txBody>
      </p:sp>
      <p:sp>
        <p:nvSpPr>
          <p:cNvPr id="26" name="Oval 6"/>
          <p:cNvSpPr/>
          <p:nvPr/>
        </p:nvSpPr>
        <p:spPr>
          <a:xfrm>
            <a:off x="667385" y="1720215"/>
            <a:ext cx="486000" cy="48514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/>
          </a:p>
        </p:txBody>
      </p:sp>
      <p:sp>
        <p:nvSpPr>
          <p:cNvPr id="30" name="Oval 6"/>
          <p:cNvSpPr/>
          <p:nvPr/>
        </p:nvSpPr>
        <p:spPr>
          <a:xfrm>
            <a:off x="2724150" y="937260"/>
            <a:ext cx="486000" cy="485140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>
                <a:sym typeface="+mn-ea"/>
              </a:rPr>
              <a:t>3</a:t>
            </a:r>
            <a:endParaRPr lang="en-US">
              <a:sym typeface="+mn-ea"/>
            </a:endParaRPr>
          </a:p>
        </p:txBody>
      </p:sp>
      <p:sp>
        <p:nvSpPr>
          <p:cNvPr id="38" name="Oval 2"/>
          <p:cNvSpPr/>
          <p:nvPr/>
        </p:nvSpPr>
        <p:spPr>
          <a:xfrm>
            <a:off x="2708910" y="368427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9</a:t>
            </a:r>
            <a:endParaRPr lang="en-US"/>
          </a:p>
        </p:txBody>
      </p:sp>
      <p:sp>
        <p:nvSpPr>
          <p:cNvPr id="48" name="Oval 2"/>
          <p:cNvSpPr/>
          <p:nvPr/>
        </p:nvSpPr>
        <p:spPr>
          <a:xfrm>
            <a:off x="677545" y="443738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</a:t>
            </a:r>
            <a:endParaRPr lang="en-US"/>
          </a:p>
        </p:txBody>
      </p:sp>
      <p:sp>
        <p:nvSpPr>
          <p:cNvPr id="49" name="Oval 2"/>
          <p:cNvSpPr/>
          <p:nvPr/>
        </p:nvSpPr>
        <p:spPr>
          <a:xfrm>
            <a:off x="2692400" y="443738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10</a:t>
            </a:r>
            <a:endParaRPr lang="en-US"/>
          </a:p>
        </p:txBody>
      </p:sp>
      <p:sp>
        <p:nvSpPr>
          <p:cNvPr id="52" name="Oval 2"/>
          <p:cNvSpPr/>
          <p:nvPr/>
        </p:nvSpPr>
        <p:spPr>
          <a:xfrm>
            <a:off x="2717800" y="1698625"/>
            <a:ext cx="486000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en-US"/>
          </a:p>
        </p:txBody>
      </p:sp>
      <p:sp>
        <p:nvSpPr>
          <p:cNvPr id="55" name="Oval 6"/>
          <p:cNvSpPr/>
          <p:nvPr/>
        </p:nvSpPr>
        <p:spPr>
          <a:xfrm>
            <a:off x="678180" y="2950210"/>
            <a:ext cx="486000" cy="48600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US"/>
          </a:p>
        </p:txBody>
      </p:sp>
      <p:sp>
        <p:nvSpPr>
          <p:cNvPr id="58" name="Oval 6"/>
          <p:cNvSpPr/>
          <p:nvPr/>
        </p:nvSpPr>
        <p:spPr>
          <a:xfrm>
            <a:off x="648335" y="9106535"/>
            <a:ext cx="486000" cy="48600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16</a:t>
            </a:r>
            <a:endParaRPr lang="en-US"/>
          </a:p>
        </p:txBody>
      </p:sp>
      <p:sp>
        <p:nvSpPr>
          <p:cNvPr id="60" name="Oval 6"/>
          <p:cNvSpPr/>
          <p:nvPr/>
        </p:nvSpPr>
        <p:spPr>
          <a:xfrm>
            <a:off x="650875" y="9768840"/>
            <a:ext cx="486000" cy="48600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17</a:t>
            </a:r>
            <a:endParaRPr lang="en-US"/>
          </a:p>
        </p:txBody>
      </p:sp>
      <p:sp>
        <p:nvSpPr>
          <p:cNvPr id="69" name="Oval 4"/>
          <p:cNvSpPr/>
          <p:nvPr/>
        </p:nvSpPr>
        <p:spPr>
          <a:xfrm>
            <a:off x="2692400" y="1229423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25</a:t>
            </a:r>
            <a:endParaRPr lang="en-US"/>
          </a:p>
        </p:txBody>
      </p:sp>
      <p:sp>
        <p:nvSpPr>
          <p:cNvPr id="54" name="Oval 2"/>
          <p:cNvSpPr/>
          <p:nvPr/>
        </p:nvSpPr>
        <p:spPr>
          <a:xfrm>
            <a:off x="2715895" y="6499860"/>
            <a:ext cx="4857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14</a:t>
            </a:r>
            <a:endParaRPr lang="en-US"/>
          </a:p>
        </p:txBody>
      </p:sp>
      <p:sp>
        <p:nvSpPr>
          <p:cNvPr id="56" name="Oval 2"/>
          <p:cNvSpPr/>
          <p:nvPr/>
        </p:nvSpPr>
        <p:spPr>
          <a:xfrm>
            <a:off x="659765" y="8455025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15</a:t>
            </a:r>
            <a:endParaRPr lang="en-US"/>
          </a:p>
        </p:txBody>
      </p:sp>
      <p:sp>
        <p:nvSpPr>
          <p:cNvPr id="62" name="Oval 8"/>
          <p:cNvSpPr/>
          <p:nvPr/>
        </p:nvSpPr>
        <p:spPr>
          <a:xfrm>
            <a:off x="2707640" y="9768840"/>
            <a:ext cx="485775" cy="485775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20</a:t>
            </a:r>
            <a:endParaRPr lang="en-US"/>
          </a:p>
        </p:txBody>
      </p:sp>
      <p:sp>
        <p:nvSpPr>
          <p:cNvPr id="67" name="Oval 12"/>
          <p:cNvSpPr/>
          <p:nvPr/>
        </p:nvSpPr>
        <p:spPr>
          <a:xfrm>
            <a:off x="2683510" y="11642725"/>
            <a:ext cx="485775" cy="485775"/>
          </a:xfrm>
          <a:prstGeom prst="ellipse">
            <a:avLst/>
          </a:prstGeom>
          <a:solidFill>
            <a:srgbClr val="D5CEDD"/>
          </a:solidFill>
          <a:ln w="13970">
            <a:solidFill>
              <a:srgbClr val="938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24</a:t>
            </a:r>
            <a:endParaRPr lang="en-US"/>
          </a:p>
        </p:txBody>
      </p:sp>
      <p:sp>
        <p:nvSpPr>
          <p:cNvPr id="63" name="Oval 10"/>
          <p:cNvSpPr/>
          <p:nvPr/>
        </p:nvSpPr>
        <p:spPr>
          <a:xfrm>
            <a:off x="2703195" y="9106535"/>
            <a:ext cx="485775" cy="485775"/>
          </a:xfrm>
          <a:prstGeom prst="ellipse">
            <a:avLst/>
          </a:prstGeom>
          <a:solidFill>
            <a:srgbClr val="E0CDCA"/>
          </a:solidFill>
          <a:ln w="13970">
            <a:solidFill>
              <a:srgbClr val="BC8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19</a:t>
            </a:r>
            <a:endParaRPr lang="en-US"/>
          </a:p>
        </p:txBody>
      </p:sp>
      <p:pic>
        <p:nvPicPr>
          <p:cNvPr id="115" name="图片 114" descr="投票选举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67660" y="10164445"/>
            <a:ext cx="301625" cy="301625"/>
          </a:xfrm>
          <a:prstGeom prst="rect">
            <a:avLst/>
          </a:prstGeom>
        </p:spPr>
      </p:pic>
      <p:sp>
        <p:nvSpPr>
          <p:cNvPr id="122" name="Oval 6"/>
          <p:cNvSpPr/>
          <p:nvPr/>
        </p:nvSpPr>
        <p:spPr>
          <a:xfrm>
            <a:off x="648335" y="17516475"/>
            <a:ext cx="485775" cy="485775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35</a:t>
            </a:r>
            <a:endParaRPr lang="en-US"/>
          </a:p>
        </p:txBody>
      </p:sp>
      <p:sp>
        <p:nvSpPr>
          <p:cNvPr id="124" name="Oval 4"/>
          <p:cNvSpPr/>
          <p:nvPr/>
        </p:nvSpPr>
        <p:spPr>
          <a:xfrm>
            <a:off x="638175" y="18149570"/>
            <a:ext cx="485775" cy="485775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36</a:t>
            </a:r>
            <a:endParaRPr lang="en-US"/>
          </a:p>
        </p:txBody>
      </p:sp>
      <p:sp>
        <p:nvSpPr>
          <p:cNvPr id="126" name="Oval 4"/>
          <p:cNvSpPr/>
          <p:nvPr/>
        </p:nvSpPr>
        <p:spPr>
          <a:xfrm>
            <a:off x="2724150" y="16229965"/>
            <a:ext cx="485775" cy="485775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37</a:t>
            </a:r>
            <a:endParaRPr lang="en-US"/>
          </a:p>
        </p:txBody>
      </p:sp>
      <p:cxnSp>
        <p:nvCxnSpPr>
          <p:cNvPr id="137" name="曲线连接符 136"/>
          <p:cNvCxnSpPr/>
          <p:nvPr/>
        </p:nvCxnSpPr>
        <p:spPr>
          <a:xfrm rot="5400000">
            <a:off x="1299845" y="7176135"/>
            <a:ext cx="320040" cy="880110"/>
          </a:xfrm>
          <a:prstGeom prst="curvedConnector2">
            <a:avLst/>
          </a:prstGeom>
          <a:ln w="38100">
            <a:solidFill>
              <a:srgbClr val="9C6F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曲线连接符 137"/>
          <p:cNvCxnSpPr/>
          <p:nvPr/>
        </p:nvCxnSpPr>
        <p:spPr>
          <a:xfrm rot="5400000" flipV="1">
            <a:off x="2235200" y="7458710"/>
            <a:ext cx="332740" cy="835660"/>
          </a:xfrm>
          <a:prstGeom prst="curvedConnector2">
            <a:avLst/>
          </a:prstGeom>
          <a:ln w="38100">
            <a:solidFill>
              <a:srgbClr val="9C6F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-112395" y="7263130"/>
            <a:ext cx="1129665" cy="1129665"/>
          </a:xfrm>
          <a:prstGeom prst="rect">
            <a:avLst/>
          </a:prstGeom>
          <a:effectLst>
            <a:glow rad="254000">
              <a:srgbClr val="FFFF00">
                <a:alpha val="40000"/>
              </a:srgbClr>
            </a:glow>
          </a:effectLst>
        </p:spPr>
      </p:pic>
      <p:pic>
        <p:nvPicPr>
          <p:cNvPr id="142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1640" y="7320915"/>
            <a:ext cx="995680" cy="995680"/>
          </a:xfrm>
          <a:prstGeom prst="rect">
            <a:avLst/>
          </a:prstGeom>
          <a:effectLst>
            <a:glow rad="254000">
              <a:srgbClr val="FFFF00">
                <a:alpha val="50000"/>
              </a:srgbClr>
            </a:glow>
          </a:effectLst>
        </p:spPr>
      </p:pic>
      <p:pic>
        <p:nvPicPr>
          <p:cNvPr id="14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1640" y="10377805"/>
            <a:ext cx="1134110" cy="1134110"/>
          </a:xfrm>
          <a:prstGeom prst="rect">
            <a:avLst/>
          </a:prstGeom>
          <a:effectLst>
            <a:glow rad="228600">
              <a:srgbClr val="FFFF00">
                <a:alpha val="40000"/>
              </a:srgbClr>
            </a:glow>
          </a:effectLst>
        </p:spPr>
      </p:pic>
      <p:pic>
        <p:nvPicPr>
          <p:cNvPr id="144" name="图片 143" descr="仪器_透明抠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225" y="10534650"/>
            <a:ext cx="959485" cy="781050"/>
          </a:xfrm>
          <a:prstGeom prst="rect">
            <a:avLst/>
          </a:prstGeom>
          <a:effectLst>
            <a:glow rad="228600">
              <a:srgbClr val="FFFF00">
                <a:alpha val="40000"/>
              </a:srgbClr>
            </a:glow>
          </a:effectLst>
        </p:spPr>
      </p:pic>
      <p:sp>
        <p:nvSpPr>
          <p:cNvPr id="151" name="Rounded Rectangle 2"/>
          <p:cNvSpPr/>
          <p:nvPr/>
        </p:nvSpPr>
        <p:spPr>
          <a:xfrm>
            <a:off x="-1840230" y="312293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circle – DEFINE"/>
          <p:cNvSpPr/>
          <p:nvPr/>
        </p:nvSpPr>
        <p:spPr>
          <a:xfrm>
            <a:off x="1366520" y="99441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1"/>
          <p:cNvSpPr/>
          <p:nvPr/>
        </p:nvSpPr>
        <p:spPr>
          <a:xfrm>
            <a:off x="1864360" y="4512945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2"/>
          <p:cNvSpPr/>
          <p:nvPr/>
        </p:nvSpPr>
        <p:spPr>
          <a:xfrm>
            <a:off x="3434715" y="312039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circle – DEFINE"/>
          <p:cNvSpPr/>
          <p:nvPr/>
        </p:nvSpPr>
        <p:spPr>
          <a:xfrm>
            <a:off x="1366520" y="5766435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1"/>
          <p:cNvSpPr/>
          <p:nvPr/>
        </p:nvSpPr>
        <p:spPr>
          <a:xfrm>
            <a:off x="1885950" y="6909435"/>
            <a:ext cx="119380" cy="187325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ge circle – DEFINE"/>
          <p:cNvSpPr/>
          <p:nvPr/>
        </p:nvSpPr>
        <p:spPr>
          <a:xfrm>
            <a:off x="1381760" y="878332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tage label – ENGINEER"/>
          <p:cNvSpPr txBox="1"/>
          <p:nvPr/>
        </p:nvSpPr>
        <p:spPr>
          <a:xfrm>
            <a:off x="1381887" y="9119235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ENGINEER</a:t>
            </a:r>
            <a:endParaRPr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" name="Rounded Rectangle 2"/>
          <p:cNvSpPr/>
          <p:nvPr/>
        </p:nvSpPr>
        <p:spPr>
          <a:xfrm>
            <a:off x="-1840230" y="75565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2"/>
          <p:cNvSpPr/>
          <p:nvPr/>
        </p:nvSpPr>
        <p:spPr>
          <a:xfrm>
            <a:off x="-1840230" y="54908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2"/>
          <p:cNvSpPr/>
          <p:nvPr/>
        </p:nvSpPr>
        <p:spPr>
          <a:xfrm>
            <a:off x="3434715" y="75565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2"/>
          <p:cNvSpPr/>
          <p:nvPr/>
        </p:nvSpPr>
        <p:spPr>
          <a:xfrm>
            <a:off x="3434715" y="54908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2"/>
          <p:cNvSpPr/>
          <p:nvPr/>
        </p:nvSpPr>
        <p:spPr>
          <a:xfrm>
            <a:off x="2692400" y="8455025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18</a:t>
            </a:r>
            <a:endParaRPr lang="en-US"/>
          </a:p>
        </p:txBody>
      </p:sp>
      <p:sp>
        <p:nvSpPr>
          <p:cNvPr id="89" name="Rectangle 1"/>
          <p:cNvSpPr/>
          <p:nvPr/>
        </p:nvSpPr>
        <p:spPr>
          <a:xfrm>
            <a:off x="1885950" y="9932035"/>
            <a:ext cx="105410" cy="202565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曲线连接符 90"/>
          <p:cNvCxnSpPr/>
          <p:nvPr/>
        </p:nvCxnSpPr>
        <p:spPr>
          <a:xfrm rot="5400000">
            <a:off x="1297305" y="10254615"/>
            <a:ext cx="320040" cy="880110"/>
          </a:xfrm>
          <a:prstGeom prst="curvedConnector2">
            <a:avLst/>
          </a:prstGeom>
          <a:ln w="38100">
            <a:solidFill>
              <a:srgbClr val="9C6F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曲线连接符 95"/>
          <p:cNvCxnSpPr/>
          <p:nvPr/>
        </p:nvCxnSpPr>
        <p:spPr>
          <a:xfrm rot="5400000" flipV="1">
            <a:off x="2232660" y="10405110"/>
            <a:ext cx="332740" cy="835660"/>
          </a:xfrm>
          <a:prstGeom prst="curvedConnector2">
            <a:avLst/>
          </a:prstGeom>
          <a:ln w="38100">
            <a:solidFill>
              <a:srgbClr val="9C6F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Stage circle – DEFINE"/>
          <p:cNvSpPr/>
          <p:nvPr/>
        </p:nvSpPr>
        <p:spPr>
          <a:xfrm>
            <a:off x="1375410" y="11957685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2"/>
          <p:cNvSpPr/>
          <p:nvPr/>
        </p:nvSpPr>
        <p:spPr>
          <a:xfrm>
            <a:off x="652145" y="11649075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21</a:t>
            </a:r>
            <a:endParaRPr lang="en-US"/>
          </a:p>
        </p:txBody>
      </p:sp>
      <p:sp>
        <p:nvSpPr>
          <p:cNvPr id="103" name="Oval 2"/>
          <p:cNvSpPr/>
          <p:nvPr/>
        </p:nvSpPr>
        <p:spPr>
          <a:xfrm>
            <a:off x="643255" y="12283440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22</a:t>
            </a:r>
            <a:endParaRPr lang="en-US"/>
          </a:p>
        </p:txBody>
      </p:sp>
      <p:sp>
        <p:nvSpPr>
          <p:cNvPr id="118" name="Oval 4"/>
          <p:cNvSpPr/>
          <p:nvPr/>
        </p:nvSpPr>
        <p:spPr>
          <a:xfrm>
            <a:off x="641985" y="1296098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23</a:t>
            </a:r>
            <a:endParaRPr lang="en-US"/>
          </a:p>
        </p:txBody>
      </p:sp>
      <p:sp>
        <p:nvSpPr>
          <p:cNvPr id="120" name="Oval 2"/>
          <p:cNvSpPr/>
          <p:nvPr/>
        </p:nvSpPr>
        <p:spPr>
          <a:xfrm>
            <a:off x="2712720" y="12947015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26</a:t>
            </a:r>
            <a:endParaRPr lang="en-US"/>
          </a:p>
        </p:txBody>
      </p:sp>
      <p:sp>
        <p:nvSpPr>
          <p:cNvPr id="145" name="Rounded Rectangle 2"/>
          <p:cNvSpPr/>
          <p:nvPr/>
        </p:nvSpPr>
        <p:spPr>
          <a:xfrm>
            <a:off x="3434715" y="862457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2"/>
          <p:cNvSpPr/>
          <p:nvPr/>
        </p:nvSpPr>
        <p:spPr>
          <a:xfrm>
            <a:off x="-1840230" y="862457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2"/>
          <p:cNvSpPr/>
          <p:nvPr/>
        </p:nvSpPr>
        <p:spPr>
          <a:xfrm>
            <a:off x="3434715" y="1173162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2"/>
          <p:cNvSpPr/>
          <p:nvPr/>
        </p:nvSpPr>
        <p:spPr>
          <a:xfrm>
            <a:off x="-1840230" y="1173162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"/>
          <p:cNvSpPr/>
          <p:nvPr/>
        </p:nvSpPr>
        <p:spPr>
          <a:xfrm>
            <a:off x="1899920" y="13098145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2"/>
          <p:cNvSpPr/>
          <p:nvPr/>
        </p:nvSpPr>
        <p:spPr>
          <a:xfrm>
            <a:off x="654685" y="14066520"/>
            <a:ext cx="485775" cy="485775"/>
          </a:xfrm>
          <a:prstGeom prst="ellipse">
            <a:avLst/>
          </a:prstGeom>
          <a:solidFill>
            <a:srgbClr val="D5CEDD"/>
          </a:solidFill>
          <a:ln w="13970">
            <a:solidFill>
              <a:srgbClr val="938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27</a:t>
            </a:r>
            <a:endParaRPr lang="en-US"/>
          </a:p>
        </p:txBody>
      </p:sp>
      <p:sp>
        <p:nvSpPr>
          <p:cNvPr id="155" name="Stage circle – DEFINE"/>
          <p:cNvSpPr/>
          <p:nvPr/>
        </p:nvSpPr>
        <p:spPr>
          <a:xfrm>
            <a:off x="1392555" y="14351635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tage label – INCLUSIVITY"/>
          <p:cNvSpPr txBox="1"/>
          <p:nvPr/>
        </p:nvSpPr>
        <p:spPr>
          <a:xfrm>
            <a:off x="1392682" y="14701393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INCLUSIVITY</a:t>
            </a:r>
            <a:endParaRPr sz="14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7" name="Oval 4"/>
          <p:cNvSpPr/>
          <p:nvPr/>
        </p:nvSpPr>
        <p:spPr>
          <a:xfrm>
            <a:off x="659765" y="14701520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28</a:t>
            </a:r>
            <a:endParaRPr lang="en-US"/>
          </a:p>
        </p:txBody>
      </p:sp>
      <p:sp>
        <p:nvSpPr>
          <p:cNvPr id="158" name="Oval 4"/>
          <p:cNvSpPr/>
          <p:nvPr/>
        </p:nvSpPr>
        <p:spPr>
          <a:xfrm>
            <a:off x="654685" y="1535493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29</a:t>
            </a:r>
            <a:endParaRPr lang="en-US"/>
          </a:p>
        </p:txBody>
      </p:sp>
      <p:sp>
        <p:nvSpPr>
          <p:cNvPr id="159" name="Oval 4"/>
          <p:cNvSpPr/>
          <p:nvPr/>
        </p:nvSpPr>
        <p:spPr>
          <a:xfrm>
            <a:off x="2703195" y="14066520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30</a:t>
            </a:r>
            <a:endParaRPr lang="en-US"/>
          </a:p>
        </p:txBody>
      </p:sp>
      <p:sp>
        <p:nvSpPr>
          <p:cNvPr id="160" name="Oval 4"/>
          <p:cNvSpPr/>
          <p:nvPr/>
        </p:nvSpPr>
        <p:spPr>
          <a:xfrm>
            <a:off x="2712720" y="14701520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31</a:t>
            </a:r>
            <a:endParaRPr lang="en-US"/>
          </a:p>
        </p:txBody>
      </p:sp>
      <p:sp>
        <p:nvSpPr>
          <p:cNvPr id="162" name="Oval 2"/>
          <p:cNvSpPr/>
          <p:nvPr/>
        </p:nvSpPr>
        <p:spPr>
          <a:xfrm>
            <a:off x="2722880" y="15360650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32</a:t>
            </a:r>
            <a:endParaRPr lang="en-US"/>
          </a:p>
        </p:txBody>
      </p:sp>
      <p:sp>
        <p:nvSpPr>
          <p:cNvPr id="164" name="Rectangle 1"/>
          <p:cNvSpPr/>
          <p:nvPr/>
        </p:nvSpPr>
        <p:spPr>
          <a:xfrm>
            <a:off x="1899920" y="15506700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tage circle – DEFINE"/>
          <p:cNvSpPr/>
          <p:nvPr/>
        </p:nvSpPr>
        <p:spPr>
          <a:xfrm>
            <a:off x="1388110" y="1676019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4"/>
          <p:cNvSpPr/>
          <p:nvPr/>
        </p:nvSpPr>
        <p:spPr>
          <a:xfrm>
            <a:off x="654685" y="1623123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33</a:t>
            </a:r>
            <a:endParaRPr lang="en-US"/>
          </a:p>
        </p:txBody>
      </p:sp>
      <p:sp>
        <p:nvSpPr>
          <p:cNvPr id="167" name="Oval 4"/>
          <p:cNvSpPr/>
          <p:nvPr/>
        </p:nvSpPr>
        <p:spPr>
          <a:xfrm>
            <a:off x="650875" y="1687639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34</a:t>
            </a:r>
            <a:endParaRPr lang="en-US"/>
          </a:p>
        </p:txBody>
      </p:sp>
      <p:sp>
        <p:nvSpPr>
          <p:cNvPr id="171" name="Oval 8"/>
          <p:cNvSpPr/>
          <p:nvPr/>
        </p:nvSpPr>
        <p:spPr>
          <a:xfrm>
            <a:off x="2719705" y="16880840"/>
            <a:ext cx="485775" cy="485140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38</a:t>
            </a:r>
            <a:endParaRPr lang="en-US"/>
          </a:p>
        </p:txBody>
      </p:sp>
      <p:sp>
        <p:nvSpPr>
          <p:cNvPr id="175" name="Oval 12"/>
          <p:cNvSpPr/>
          <p:nvPr/>
        </p:nvSpPr>
        <p:spPr>
          <a:xfrm>
            <a:off x="2720975" y="17501235"/>
            <a:ext cx="485775" cy="485775"/>
          </a:xfrm>
          <a:prstGeom prst="ellipse">
            <a:avLst/>
          </a:prstGeom>
          <a:solidFill>
            <a:srgbClr val="D5CEDD"/>
          </a:solidFill>
          <a:ln w="13970">
            <a:solidFill>
              <a:srgbClr val="938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39</a:t>
            </a:r>
            <a:endParaRPr lang="en-US"/>
          </a:p>
        </p:txBody>
      </p:sp>
      <p:sp>
        <p:nvSpPr>
          <p:cNvPr id="178" name="Oval 4"/>
          <p:cNvSpPr/>
          <p:nvPr/>
        </p:nvSpPr>
        <p:spPr>
          <a:xfrm>
            <a:off x="2721610" y="18149570"/>
            <a:ext cx="485775" cy="485775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40</a:t>
            </a:r>
            <a:endParaRPr lang="en-US"/>
          </a:p>
        </p:txBody>
      </p:sp>
      <p:sp>
        <p:nvSpPr>
          <p:cNvPr id="180" name="Rounded Rectangle 2"/>
          <p:cNvSpPr/>
          <p:nvPr/>
        </p:nvSpPr>
        <p:spPr>
          <a:xfrm>
            <a:off x="3434715" y="1415542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2"/>
          <p:cNvSpPr/>
          <p:nvPr/>
        </p:nvSpPr>
        <p:spPr>
          <a:xfrm>
            <a:off x="-1840230" y="1415542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2"/>
          <p:cNvSpPr/>
          <p:nvPr/>
        </p:nvSpPr>
        <p:spPr>
          <a:xfrm>
            <a:off x="3434715" y="166160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2"/>
          <p:cNvSpPr/>
          <p:nvPr/>
        </p:nvSpPr>
        <p:spPr>
          <a:xfrm>
            <a:off x="-1840230" y="166160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图片 184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84580" y="1594485"/>
            <a:ext cx="260985" cy="260985"/>
          </a:xfrm>
          <a:prstGeom prst="rect">
            <a:avLst/>
          </a:prstGeom>
        </p:spPr>
      </p:pic>
      <p:pic>
        <p:nvPicPr>
          <p:cNvPr id="186" name="图片 185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405" y="1318895"/>
            <a:ext cx="260985" cy="260985"/>
          </a:xfrm>
          <a:prstGeom prst="rect">
            <a:avLst/>
          </a:prstGeom>
        </p:spPr>
      </p:pic>
      <p:pic>
        <p:nvPicPr>
          <p:cNvPr id="187" name="图片 186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540000" y="1579880"/>
            <a:ext cx="260985" cy="260985"/>
          </a:xfrm>
          <a:prstGeom prst="rect">
            <a:avLst/>
          </a:prstGeom>
        </p:spPr>
      </p:pic>
      <p:pic>
        <p:nvPicPr>
          <p:cNvPr id="188" name="图片 187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536825" y="1304290"/>
            <a:ext cx="260985" cy="260985"/>
          </a:xfrm>
          <a:prstGeom prst="rect">
            <a:avLst/>
          </a:prstGeom>
        </p:spPr>
      </p:pic>
      <p:pic>
        <p:nvPicPr>
          <p:cNvPr id="189" name="图片 188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94105" y="4156075"/>
            <a:ext cx="260985" cy="260985"/>
          </a:xfrm>
          <a:prstGeom prst="rect">
            <a:avLst/>
          </a:prstGeom>
        </p:spPr>
      </p:pic>
      <p:pic>
        <p:nvPicPr>
          <p:cNvPr id="195" name="图片 194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535" y="3444240"/>
            <a:ext cx="260985" cy="260985"/>
          </a:xfrm>
          <a:prstGeom prst="rect">
            <a:avLst/>
          </a:prstGeom>
        </p:spPr>
      </p:pic>
      <p:pic>
        <p:nvPicPr>
          <p:cNvPr id="197" name="图片 196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500630" y="3444240"/>
            <a:ext cx="260985" cy="260985"/>
          </a:xfrm>
          <a:prstGeom prst="rect">
            <a:avLst/>
          </a:prstGeom>
        </p:spPr>
      </p:pic>
      <p:pic>
        <p:nvPicPr>
          <p:cNvPr id="198" name="图片 197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496185" y="4170045"/>
            <a:ext cx="260985" cy="260985"/>
          </a:xfrm>
          <a:prstGeom prst="rect">
            <a:avLst/>
          </a:prstGeom>
        </p:spPr>
      </p:pic>
      <p:pic>
        <p:nvPicPr>
          <p:cNvPr id="199" name="图片 198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05535" y="6377305"/>
            <a:ext cx="260985" cy="260985"/>
          </a:xfrm>
          <a:prstGeom prst="rect">
            <a:avLst/>
          </a:prstGeom>
        </p:spPr>
      </p:pic>
      <p:pic>
        <p:nvPicPr>
          <p:cNvPr id="200" name="图片 199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090" y="5964555"/>
            <a:ext cx="260985" cy="260985"/>
          </a:xfrm>
          <a:prstGeom prst="rect">
            <a:avLst/>
          </a:prstGeom>
        </p:spPr>
      </p:pic>
      <p:pic>
        <p:nvPicPr>
          <p:cNvPr id="201" name="图片 200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498725" y="6377305"/>
            <a:ext cx="260985" cy="260985"/>
          </a:xfrm>
          <a:prstGeom prst="rect">
            <a:avLst/>
          </a:prstGeom>
        </p:spPr>
      </p:pic>
      <p:pic>
        <p:nvPicPr>
          <p:cNvPr id="202" name="图片 201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495550" y="5964555"/>
            <a:ext cx="260985" cy="260985"/>
          </a:xfrm>
          <a:prstGeom prst="rect">
            <a:avLst/>
          </a:prstGeom>
        </p:spPr>
      </p:pic>
      <p:pic>
        <p:nvPicPr>
          <p:cNvPr id="203" name="图片 202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05535" y="9621520"/>
            <a:ext cx="260985" cy="260985"/>
          </a:xfrm>
          <a:prstGeom prst="rect">
            <a:avLst/>
          </a:prstGeom>
        </p:spPr>
      </p:pic>
      <p:pic>
        <p:nvPicPr>
          <p:cNvPr id="204" name="图片 203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6965" y="8909685"/>
            <a:ext cx="260985" cy="260985"/>
          </a:xfrm>
          <a:prstGeom prst="rect">
            <a:avLst/>
          </a:prstGeom>
        </p:spPr>
      </p:pic>
      <p:pic>
        <p:nvPicPr>
          <p:cNvPr id="205" name="图片 204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487295" y="8909685"/>
            <a:ext cx="260985" cy="260985"/>
          </a:xfrm>
          <a:prstGeom prst="rect">
            <a:avLst/>
          </a:prstGeom>
        </p:spPr>
      </p:pic>
      <p:pic>
        <p:nvPicPr>
          <p:cNvPr id="206" name="图片 205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482850" y="9635490"/>
            <a:ext cx="260985" cy="260985"/>
          </a:xfrm>
          <a:prstGeom prst="rect">
            <a:avLst/>
          </a:prstGeom>
        </p:spPr>
      </p:pic>
      <p:pic>
        <p:nvPicPr>
          <p:cNvPr id="207" name="图片 206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1570" y="12780010"/>
            <a:ext cx="260985" cy="260985"/>
          </a:xfrm>
          <a:prstGeom prst="rect">
            <a:avLst/>
          </a:prstGeom>
        </p:spPr>
      </p:pic>
      <p:pic>
        <p:nvPicPr>
          <p:cNvPr id="208" name="图片 207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12068175"/>
            <a:ext cx="260985" cy="260985"/>
          </a:xfrm>
          <a:prstGeom prst="rect">
            <a:avLst/>
          </a:prstGeom>
        </p:spPr>
      </p:pic>
      <p:pic>
        <p:nvPicPr>
          <p:cNvPr id="209" name="图片 208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513330" y="12068175"/>
            <a:ext cx="260985" cy="260985"/>
          </a:xfrm>
          <a:prstGeom prst="rect">
            <a:avLst/>
          </a:prstGeom>
        </p:spPr>
      </p:pic>
      <p:pic>
        <p:nvPicPr>
          <p:cNvPr id="210" name="图片 209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508885" y="12793980"/>
            <a:ext cx="260985" cy="260985"/>
          </a:xfrm>
          <a:prstGeom prst="rect">
            <a:avLst/>
          </a:prstGeom>
        </p:spPr>
      </p:pic>
      <p:pic>
        <p:nvPicPr>
          <p:cNvPr id="211" name="图片 210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0935" y="15206345"/>
            <a:ext cx="260985" cy="260985"/>
          </a:xfrm>
          <a:prstGeom prst="rect">
            <a:avLst/>
          </a:prstGeom>
        </p:spPr>
      </p:pic>
      <p:pic>
        <p:nvPicPr>
          <p:cNvPr id="212" name="图片 211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365" y="14494510"/>
            <a:ext cx="260985" cy="260985"/>
          </a:xfrm>
          <a:prstGeom prst="rect">
            <a:avLst/>
          </a:prstGeom>
        </p:spPr>
      </p:pic>
      <p:pic>
        <p:nvPicPr>
          <p:cNvPr id="213" name="图片 212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512695" y="14494510"/>
            <a:ext cx="260985" cy="260985"/>
          </a:xfrm>
          <a:prstGeom prst="rect">
            <a:avLst/>
          </a:prstGeom>
        </p:spPr>
      </p:pic>
      <p:pic>
        <p:nvPicPr>
          <p:cNvPr id="214" name="图片 213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508250" y="15220315"/>
            <a:ext cx="260985" cy="260985"/>
          </a:xfrm>
          <a:prstGeom prst="rect">
            <a:avLst/>
          </a:prstGeom>
        </p:spPr>
      </p:pic>
      <p:pic>
        <p:nvPicPr>
          <p:cNvPr id="217" name="图片 216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6015" y="17819370"/>
            <a:ext cx="260985" cy="260985"/>
          </a:xfrm>
          <a:prstGeom prst="rect">
            <a:avLst/>
          </a:prstGeom>
        </p:spPr>
      </p:pic>
      <p:pic>
        <p:nvPicPr>
          <p:cNvPr id="218" name="图片 217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7445" y="16792575"/>
            <a:ext cx="260985" cy="260985"/>
          </a:xfrm>
          <a:prstGeom prst="rect">
            <a:avLst/>
          </a:prstGeom>
        </p:spPr>
      </p:pic>
      <p:pic>
        <p:nvPicPr>
          <p:cNvPr id="219" name="图片 218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517775" y="16792575"/>
            <a:ext cx="260985" cy="260985"/>
          </a:xfrm>
          <a:prstGeom prst="rect">
            <a:avLst/>
          </a:prstGeom>
        </p:spPr>
      </p:pic>
      <p:pic>
        <p:nvPicPr>
          <p:cNvPr id="220" name="图片 219" descr="箭头-直角-右下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513330" y="17833340"/>
            <a:ext cx="260985" cy="260985"/>
          </a:xfrm>
          <a:prstGeom prst="rect">
            <a:avLst/>
          </a:prstGeom>
        </p:spPr>
      </p:pic>
      <p:sp>
        <p:nvSpPr>
          <p:cNvPr id="222" name="文本框 221"/>
          <p:cNvSpPr txBox="1"/>
          <p:nvPr/>
        </p:nvSpPr>
        <p:spPr>
          <a:xfrm>
            <a:off x="-795020" y="7902575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Wet lab</a:t>
            </a:r>
            <a:endParaRPr lang="en-US" altLang="zh-CN" sz="2000" b="1"/>
          </a:p>
        </p:txBody>
      </p:sp>
      <p:sp>
        <p:nvSpPr>
          <p:cNvPr id="223" name="文本框 222"/>
          <p:cNvSpPr txBox="1"/>
          <p:nvPr/>
        </p:nvSpPr>
        <p:spPr>
          <a:xfrm>
            <a:off x="3865880" y="7887335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D</a:t>
            </a:r>
            <a:r>
              <a:rPr lang="en-US" altLang="zh-CN" sz="2000" b="1"/>
              <a:t>ry lab</a:t>
            </a:r>
            <a:endParaRPr lang="en-US" altLang="zh-CN" sz="2000" b="1"/>
          </a:p>
        </p:txBody>
      </p:sp>
      <p:sp>
        <p:nvSpPr>
          <p:cNvPr id="224" name="文本框 223"/>
          <p:cNvSpPr txBox="1"/>
          <p:nvPr/>
        </p:nvSpPr>
        <p:spPr>
          <a:xfrm>
            <a:off x="-1009650" y="11111230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Hard</a:t>
            </a:r>
            <a:r>
              <a:rPr lang="en-US" altLang="zh-CN" sz="2000" b="1"/>
              <a:t>ware</a:t>
            </a:r>
            <a:endParaRPr lang="en-US" altLang="zh-CN" sz="2000" b="1"/>
          </a:p>
        </p:txBody>
      </p:sp>
      <p:sp>
        <p:nvSpPr>
          <p:cNvPr id="225" name="文本框 224"/>
          <p:cNvSpPr txBox="1"/>
          <p:nvPr/>
        </p:nvSpPr>
        <p:spPr>
          <a:xfrm>
            <a:off x="3967480" y="11038840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S</a:t>
            </a:r>
            <a:r>
              <a:rPr lang="en-US" altLang="zh-CN" sz="2000" b="1"/>
              <a:t>oftware</a:t>
            </a:r>
            <a:endParaRPr lang="en-US" altLang="zh-CN" sz="2000" b="1"/>
          </a:p>
        </p:txBody>
      </p:sp>
      <p:sp>
        <p:nvSpPr>
          <p:cNvPr id="4" name="Oval 2"/>
          <p:cNvSpPr/>
          <p:nvPr/>
        </p:nvSpPr>
        <p:spPr>
          <a:xfrm>
            <a:off x="698500" y="5600065"/>
            <a:ext cx="4857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11</a:t>
            </a:r>
            <a:endParaRPr lang="en-US"/>
          </a:p>
        </p:txBody>
      </p:sp>
      <p:sp>
        <p:nvSpPr>
          <p:cNvPr id="7" name="Oval 2"/>
          <p:cNvSpPr/>
          <p:nvPr/>
        </p:nvSpPr>
        <p:spPr>
          <a:xfrm>
            <a:off x="2713355" y="5628640"/>
            <a:ext cx="4857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13</a:t>
            </a: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661670" y="3698875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  <a:endParaRPr lang="en-US"/>
          </a:p>
        </p:txBody>
      </p:sp>
      <p:sp>
        <p:nvSpPr>
          <p:cNvPr id="6" name="Oval 2"/>
          <p:cNvSpPr/>
          <p:nvPr/>
        </p:nvSpPr>
        <p:spPr>
          <a:xfrm>
            <a:off x="2710180" y="298958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/>
          </a:p>
        </p:txBody>
      </p:sp>
      <p:sp>
        <p:nvSpPr>
          <p:cNvPr id="8" name="Oval 2"/>
          <p:cNvSpPr/>
          <p:nvPr/>
        </p:nvSpPr>
        <p:spPr>
          <a:xfrm>
            <a:off x="697230" y="6560185"/>
            <a:ext cx="4857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WPS 文字</Application>
  <PresentationFormat>On-screen Show (4:3)</PresentationFormat>
  <Paragraphs>102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杨雨佳</cp:lastModifiedBy>
  <cp:revision>13</cp:revision>
  <dcterms:created xsi:type="dcterms:W3CDTF">2026-10-16T18:20:19Z</dcterms:created>
  <dcterms:modified xsi:type="dcterms:W3CDTF">2026-10-16T18:20:19Z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2052-12.1.25333.25333</vt:lpwstr>
  </property>
  <property fmtid="{D5CDD505-2E9C-101B-9397-08002B2CF9AE}" pid="3" name="ICV">
    <vt:lpwstr>3BA3F4BA1E3540FAA56E71E50BE2F721_13</vt:lpwstr>
  </property>
</Properties>
</file>