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20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3840480" cy="14081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3900"/>
    <a:srgbClr val="726030"/>
    <a:srgbClr val="8C8B8A"/>
    <a:srgbClr val="9C6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0"/>
        <p:guide pos="28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2" Type="http://schemas.openxmlformats.org/officeDocument/2006/relationships/slideLayout" Target="../slideLayouts/slideLayout7.xml"/><Relationship Id="rId61" Type="http://schemas.openxmlformats.org/officeDocument/2006/relationships/image" Target="../media/image53.png"/><Relationship Id="rId60" Type="http://schemas.openxmlformats.org/officeDocument/2006/relationships/image" Target="../media/image52.svg"/><Relationship Id="rId6" Type="http://schemas.openxmlformats.org/officeDocument/2006/relationships/image" Target="../media/image6.svg"/><Relationship Id="rId59" Type="http://schemas.openxmlformats.org/officeDocument/2006/relationships/image" Target="../media/image51.png"/><Relationship Id="rId58" Type="http://schemas.openxmlformats.org/officeDocument/2006/relationships/tags" Target="../tags/tag8.xml"/><Relationship Id="rId57" Type="http://schemas.openxmlformats.org/officeDocument/2006/relationships/image" Target="../media/image50.svg"/><Relationship Id="rId56" Type="http://schemas.openxmlformats.org/officeDocument/2006/relationships/image" Target="../media/image49.png"/><Relationship Id="rId55" Type="http://schemas.openxmlformats.org/officeDocument/2006/relationships/image" Target="../media/image48.svg"/><Relationship Id="rId54" Type="http://schemas.openxmlformats.org/officeDocument/2006/relationships/image" Target="../media/image47.png"/><Relationship Id="rId53" Type="http://schemas.openxmlformats.org/officeDocument/2006/relationships/tags" Target="../tags/tag7.xml"/><Relationship Id="rId52" Type="http://schemas.openxmlformats.org/officeDocument/2006/relationships/image" Target="../media/image46.svg"/><Relationship Id="rId51" Type="http://schemas.openxmlformats.org/officeDocument/2006/relationships/image" Target="../media/image45.png"/><Relationship Id="rId50" Type="http://schemas.openxmlformats.org/officeDocument/2006/relationships/tags" Target="../tags/tag6.xml"/><Relationship Id="rId5" Type="http://schemas.openxmlformats.org/officeDocument/2006/relationships/image" Target="../media/image5.png"/><Relationship Id="rId49" Type="http://schemas.openxmlformats.org/officeDocument/2006/relationships/image" Target="../media/image44.svg"/><Relationship Id="rId48" Type="http://schemas.openxmlformats.org/officeDocument/2006/relationships/image" Target="../media/image43.png"/><Relationship Id="rId47" Type="http://schemas.openxmlformats.org/officeDocument/2006/relationships/image" Target="../media/image42.svg"/><Relationship Id="rId46" Type="http://schemas.openxmlformats.org/officeDocument/2006/relationships/image" Target="../media/image41.png"/><Relationship Id="rId45" Type="http://schemas.openxmlformats.org/officeDocument/2006/relationships/image" Target="../media/image40.svg"/><Relationship Id="rId44" Type="http://schemas.openxmlformats.org/officeDocument/2006/relationships/image" Target="../media/image39.png"/><Relationship Id="rId43" Type="http://schemas.openxmlformats.org/officeDocument/2006/relationships/tags" Target="../tags/tag5.xml"/><Relationship Id="rId42" Type="http://schemas.openxmlformats.org/officeDocument/2006/relationships/image" Target="../media/image38.svg"/><Relationship Id="rId41" Type="http://schemas.openxmlformats.org/officeDocument/2006/relationships/image" Target="../media/image37.png"/><Relationship Id="rId40" Type="http://schemas.openxmlformats.org/officeDocument/2006/relationships/image" Target="../media/image36.svg"/><Relationship Id="rId4" Type="http://schemas.openxmlformats.org/officeDocument/2006/relationships/image" Target="../media/image4.svg"/><Relationship Id="rId39" Type="http://schemas.openxmlformats.org/officeDocument/2006/relationships/image" Target="../media/image35.png"/><Relationship Id="rId38" Type="http://schemas.openxmlformats.org/officeDocument/2006/relationships/image" Target="../media/image34.svg"/><Relationship Id="rId37" Type="http://schemas.openxmlformats.org/officeDocument/2006/relationships/image" Target="../media/image33.png"/><Relationship Id="rId36" Type="http://schemas.openxmlformats.org/officeDocument/2006/relationships/image" Target="../media/image32.svg"/><Relationship Id="rId35" Type="http://schemas.openxmlformats.org/officeDocument/2006/relationships/image" Target="../media/image31.png"/><Relationship Id="rId34" Type="http://schemas.openxmlformats.org/officeDocument/2006/relationships/image" Target="../media/image30.svg"/><Relationship Id="rId33" Type="http://schemas.openxmlformats.org/officeDocument/2006/relationships/image" Target="../media/image29.png"/><Relationship Id="rId32" Type="http://schemas.openxmlformats.org/officeDocument/2006/relationships/image" Target="../media/image28.svg"/><Relationship Id="rId31" Type="http://schemas.openxmlformats.org/officeDocument/2006/relationships/image" Target="../media/image27.png"/><Relationship Id="rId30" Type="http://schemas.openxmlformats.org/officeDocument/2006/relationships/image" Target="../media/image26.svg"/><Relationship Id="rId3" Type="http://schemas.openxmlformats.org/officeDocument/2006/relationships/image" Target="../media/image3.png"/><Relationship Id="rId29" Type="http://schemas.openxmlformats.org/officeDocument/2006/relationships/image" Target="../media/image25.png"/><Relationship Id="rId28" Type="http://schemas.openxmlformats.org/officeDocument/2006/relationships/image" Target="../media/image24.svg"/><Relationship Id="rId27" Type="http://schemas.openxmlformats.org/officeDocument/2006/relationships/image" Target="../media/image23.png"/><Relationship Id="rId26" Type="http://schemas.openxmlformats.org/officeDocument/2006/relationships/image" Target="../media/image22.png"/><Relationship Id="rId25" Type="http://schemas.openxmlformats.org/officeDocument/2006/relationships/tags" Target="../tags/tag4.xml"/><Relationship Id="rId24" Type="http://schemas.openxmlformats.org/officeDocument/2006/relationships/image" Target="../media/image21.png"/><Relationship Id="rId23" Type="http://schemas.openxmlformats.org/officeDocument/2006/relationships/tags" Target="../tags/tag3.xml"/><Relationship Id="rId22" Type="http://schemas.openxmlformats.org/officeDocument/2006/relationships/image" Target="../media/image20.svg"/><Relationship Id="rId21" Type="http://schemas.openxmlformats.org/officeDocument/2006/relationships/image" Target="../media/image19.png"/><Relationship Id="rId20" Type="http://schemas.openxmlformats.org/officeDocument/2006/relationships/image" Target="../media/image18.png"/><Relationship Id="rId2" Type="http://schemas.openxmlformats.org/officeDocument/2006/relationships/image" Target="../media/image2.svg"/><Relationship Id="rId19" Type="http://schemas.openxmlformats.org/officeDocument/2006/relationships/image" Target="../media/image17.png"/><Relationship Id="rId18" Type="http://schemas.openxmlformats.org/officeDocument/2006/relationships/image" Target="../media/image16.png"/><Relationship Id="rId17" Type="http://schemas.openxmlformats.org/officeDocument/2006/relationships/image" Target="../media/image15.svg"/><Relationship Id="rId16" Type="http://schemas.openxmlformats.org/officeDocument/2006/relationships/image" Target="../media/image14.svg"/><Relationship Id="rId15" Type="http://schemas.openxmlformats.org/officeDocument/2006/relationships/image" Target="../media/image13.svg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85950" y="2105660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ge label – LISTEN"/>
          <p:cNvSpPr txBox="1"/>
          <p:nvPr/>
        </p:nvSpPr>
        <p:spPr>
          <a:xfrm>
            <a:off x="1362202" y="1341628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lang="en-US"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ISTEN</a:t>
            </a:r>
            <a:endParaRPr lang="en-US"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Stage circle – DEFINE"/>
          <p:cNvSpPr/>
          <p:nvPr/>
        </p:nvSpPr>
        <p:spPr>
          <a:xfrm>
            <a:off x="1362075" y="335915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ge label – DEFINE"/>
          <p:cNvSpPr txBox="1"/>
          <p:nvPr/>
        </p:nvSpPr>
        <p:spPr>
          <a:xfrm>
            <a:off x="1353312" y="3699002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DEFINE</a:t>
            </a:r>
            <a:endParaRPr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Stage label – BUILD"/>
          <p:cNvSpPr txBox="1"/>
          <p:nvPr/>
        </p:nvSpPr>
        <p:spPr>
          <a:xfrm>
            <a:off x="1366647" y="6102731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BUILD</a:t>
            </a:r>
            <a:endParaRPr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Stage label – EXTEND"/>
          <p:cNvSpPr txBox="1"/>
          <p:nvPr/>
        </p:nvSpPr>
        <p:spPr>
          <a:xfrm>
            <a:off x="1375537" y="12294489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EXTEND</a:t>
            </a:r>
            <a:endParaRPr sz="20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Stage label – COLLABORATION"/>
          <p:cNvSpPr txBox="1"/>
          <p:nvPr/>
        </p:nvSpPr>
        <p:spPr>
          <a:xfrm>
            <a:off x="1392682" y="17133062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COLLABORATION</a:t>
            </a:r>
            <a:endParaRPr sz="11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Oval 8"/>
          <p:cNvSpPr/>
          <p:nvPr/>
        </p:nvSpPr>
        <p:spPr>
          <a:xfrm>
            <a:off x="667385" y="929005"/>
            <a:ext cx="486000" cy="485140"/>
          </a:xfrm>
          <a:prstGeom prst="ellipse">
            <a:avLst/>
          </a:prstGeom>
          <a:solidFill>
            <a:srgbClr val="C8D1D6"/>
          </a:solidFill>
          <a:ln w="13970">
            <a:solidFill>
              <a:srgbClr val="7A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6"/>
          <p:cNvSpPr/>
          <p:nvPr/>
        </p:nvSpPr>
        <p:spPr>
          <a:xfrm>
            <a:off x="667385" y="1720215"/>
            <a:ext cx="486000" cy="48514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图片 26" descr="放大镜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540" y="1019810"/>
            <a:ext cx="294640" cy="294640"/>
          </a:xfrm>
          <a:prstGeom prst="rect">
            <a:avLst/>
          </a:prstGeom>
        </p:spPr>
      </p:pic>
      <p:pic>
        <p:nvPicPr>
          <p:cNvPr id="28" name="图片 27" descr="交流沟通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40" y="1783080"/>
            <a:ext cx="294640" cy="294640"/>
          </a:xfrm>
          <a:prstGeom prst="rect">
            <a:avLst/>
          </a:prstGeom>
        </p:spPr>
      </p:pic>
      <p:sp>
        <p:nvSpPr>
          <p:cNvPr id="30" name="Oval 6"/>
          <p:cNvSpPr/>
          <p:nvPr/>
        </p:nvSpPr>
        <p:spPr>
          <a:xfrm>
            <a:off x="2724150" y="937260"/>
            <a:ext cx="486000" cy="485140"/>
          </a:xfrm>
          <a:prstGeom prst="ellipse">
            <a:avLst/>
          </a:prstGeom>
          <a:solidFill>
            <a:srgbClr val="C8D1D6"/>
          </a:solidFill>
          <a:ln w="13970">
            <a:solidFill>
              <a:srgbClr val="7A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pic>
        <p:nvPicPr>
          <p:cNvPr id="32" name="图片 31" descr="财务分析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0670" y="1005205"/>
            <a:ext cx="313690" cy="313690"/>
          </a:xfrm>
          <a:prstGeom prst="rect">
            <a:avLst/>
          </a:prstGeom>
        </p:spPr>
      </p:pic>
      <p:sp>
        <p:nvSpPr>
          <p:cNvPr id="38" name="Oval 2"/>
          <p:cNvSpPr/>
          <p:nvPr/>
        </p:nvSpPr>
        <p:spPr>
          <a:xfrm>
            <a:off x="2708910" y="3684270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2"/>
          <p:cNvSpPr/>
          <p:nvPr/>
        </p:nvSpPr>
        <p:spPr>
          <a:xfrm>
            <a:off x="677545" y="4437380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2"/>
          <p:cNvSpPr/>
          <p:nvPr/>
        </p:nvSpPr>
        <p:spPr>
          <a:xfrm>
            <a:off x="2692400" y="4437380"/>
            <a:ext cx="486000" cy="48600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2"/>
          <p:cNvSpPr/>
          <p:nvPr/>
        </p:nvSpPr>
        <p:spPr>
          <a:xfrm>
            <a:off x="2717800" y="1698625"/>
            <a:ext cx="486000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6"/>
          <p:cNvSpPr/>
          <p:nvPr/>
        </p:nvSpPr>
        <p:spPr>
          <a:xfrm>
            <a:off x="678180" y="2950210"/>
            <a:ext cx="486000" cy="48600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6"/>
          <p:cNvSpPr/>
          <p:nvPr/>
        </p:nvSpPr>
        <p:spPr>
          <a:xfrm>
            <a:off x="648335" y="9106535"/>
            <a:ext cx="486000" cy="48600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6"/>
          <p:cNvSpPr/>
          <p:nvPr/>
        </p:nvSpPr>
        <p:spPr>
          <a:xfrm>
            <a:off x="650875" y="9768840"/>
            <a:ext cx="486000" cy="48600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4"/>
          <p:cNvSpPr/>
          <p:nvPr/>
        </p:nvSpPr>
        <p:spPr>
          <a:xfrm>
            <a:off x="2692400" y="1229423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图片 70" descr="人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7015" y="1769110"/>
            <a:ext cx="344170" cy="344170"/>
          </a:xfrm>
          <a:prstGeom prst="rect">
            <a:avLst/>
          </a:prstGeom>
        </p:spPr>
      </p:pic>
      <p:grpSp>
        <p:nvGrpSpPr>
          <p:cNvPr id="98" name="组合 97"/>
          <p:cNvGrpSpPr/>
          <p:nvPr/>
        </p:nvGrpSpPr>
        <p:grpSpPr>
          <a:xfrm>
            <a:off x="680085" y="3684270"/>
            <a:ext cx="485140" cy="485140"/>
            <a:chOff x="1071" y="5802"/>
            <a:chExt cx="764" cy="764"/>
          </a:xfrm>
        </p:grpSpPr>
        <p:sp>
          <p:nvSpPr>
            <p:cNvPr id="34" name="Oval 2"/>
            <p:cNvSpPr/>
            <p:nvPr/>
          </p:nvSpPr>
          <p:spPr>
            <a:xfrm>
              <a:off x="1071" y="5802"/>
              <a:ext cx="765" cy="765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3" name="图片 72" descr="人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4" y="5883"/>
              <a:ext cx="544" cy="544"/>
            </a:xfrm>
            <a:prstGeom prst="rect">
              <a:avLst/>
            </a:prstGeom>
          </p:spPr>
        </p:pic>
      </p:grpSp>
      <p:pic>
        <p:nvPicPr>
          <p:cNvPr id="74" name="图片 73" descr="医生戴听诊器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9300" y="4512945"/>
            <a:ext cx="344805" cy="344805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2698750" y="2964180"/>
            <a:ext cx="485140" cy="485140"/>
            <a:chOff x="4321" y="4918"/>
            <a:chExt cx="764" cy="764"/>
          </a:xfrm>
        </p:grpSpPr>
        <p:sp>
          <p:nvSpPr>
            <p:cNvPr id="37" name="Oval 2"/>
            <p:cNvSpPr/>
            <p:nvPr/>
          </p:nvSpPr>
          <p:spPr>
            <a:xfrm>
              <a:off x="4321" y="4918"/>
              <a:ext cx="765" cy="765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457" y="5079"/>
              <a:ext cx="510" cy="455"/>
              <a:chOff x="4433" y="5063"/>
              <a:chExt cx="483" cy="354"/>
            </a:xfrm>
          </p:grpSpPr>
          <p:pic>
            <p:nvPicPr>
              <p:cNvPr id="75" name="图片 74" descr="病毒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4724" y="5147"/>
                <a:ext cx="192" cy="192"/>
              </a:xfrm>
              <a:prstGeom prst="rect">
                <a:avLst/>
              </a:prstGeom>
            </p:spPr>
          </p:pic>
          <p:pic>
            <p:nvPicPr>
              <p:cNvPr id="76" name="图片 75" descr="医护人员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4433" y="5063"/>
                <a:ext cx="355" cy="355"/>
              </a:xfrm>
              <a:prstGeom prst="rect">
                <a:avLst/>
              </a:prstGeom>
            </p:spPr>
          </p:pic>
        </p:grpSp>
      </p:grpSp>
      <p:grpSp>
        <p:nvGrpSpPr>
          <p:cNvPr id="41" name="组合 40"/>
          <p:cNvGrpSpPr/>
          <p:nvPr/>
        </p:nvGrpSpPr>
        <p:grpSpPr>
          <a:xfrm>
            <a:off x="650875" y="6499860"/>
            <a:ext cx="485140" cy="485140"/>
            <a:chOff x="1008" y="11803"/>
            <a:chExt cx="764" cy="764"/>
          </a:xfrm>
        </p:grpSpPr>
        <p:sp>
          <p:nvSpPr>
            <p:cNvPr id="47" name="Oval 2"/>
            <p:cNvSpPr/>
            <p:nvPr/>
          </p:nvSpPr>
          <p:spPr>
            <a:xfrm>
              <a:off x="1008" y="11803"/>
              <a:ext cx="765" cy="764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8" name="图片 77" descr="电脑计算机操作员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63" y="11921"/>
              <a:ext cx="506" cy="506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 rot="0">
            <a:off x="2715895" y="6499860"/>
            <a:ext cx="485140" cy="485140"/>
            <a:chOff x="4215" y="11803"/>
            <a:chExt cx="764" cy="764"/>
          </a:xfrm>
        </p:grpSpPr>
        <p:sp>
          <p:nvSpPr>
            <p:cNvPr id="54" name="Oval 2"/>
            <p:cNvSpPr/>
            <p:nvPr/>
          </p:nvSpPr>
          <p:spPr>
            <a:xfrm>
              <a:off x="4215" y="11803"/>
              <a:ext cx="765" cy="764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81" name="图片 80" descr="电脑计算机操作员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1" y="11921"/>
              <a:ext cx="506" cy="506"/>
            </a:xfrm>
            <a:prstGeom prst="rect">
              <a:avLst/>
            </a:prstGeom>
          </p:spPr>
        </p:pic>
      </p:grpSp>
      <p:grpSp>
        <p:nvGrpSpPr>
          <p:cNvPr id="44" name="组合 43"/>
          <p:cNvGrpSpPr/>
          <p:nvPr/>
        </p:nvGrpSpPr>
        <p:grpSpPr>
          <a:xfrm>
            <a:off x="659765" y="8455025"/>
            <a:ext cx="485140" cy="485140"/>
            <a:chOff x="1073" y="15498"/>
            <a:chExt cx="764" cy="764"/>
          </a:xfrm>
        </p:grpSpPr>
        <p:sp>
          <p:nvSpPr>
            <p:cNvPr id="56" name="Oval 2"/>
            <p:cNvSpPr/>
            <p:nvPr/>
          </p:nvSpPr>
          <p:spPr>
            <a:xfrm>
              <a:off x="1073" y="15498"/>
              <a:ext cx="765" cy="765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85" name="图片 84" descr="电脑计算机操作员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12" y="15624"/>
              <a:ext cx="505" cy="505"/>
            </a:xfrm>
            <a:prstGeom prst="rect">
              <a:avLst/>
            </a:prstGeom>
          </p:spPr>
        </p:pic>
      </p:grpSp>
      <p:grpSp>
        <p:nvGrpSpPr>
          <p:cNvPr id="87" name="组合 86"/>
          <p:cNvGrpSpPr/>
          <p:nvPr/>
        </p:nvGrpSpPr>
        <p:grpSpPr>
          <a:xfrm>
            <a:off x="2707640" y="9768840"/>
            <a:ext cx="485140" cy="485140"/>
            <a:chOff x="4293" y="15610"/>
            <a:chExt cx="764" cy="764"/>
          </a:xfrm>
        </p:grpSpPr>
        <p:sp>
          <p:nvSpPr>
            <p:cNvPr id="62" name="Oval 8"/>
            <p:cNvSpPr/>
            <p:nvPr/>
          </p:nvSpPr>
          <p:spPr>
            <a:xfrm>
              <a:off x="4293" y="15610"/>
              <a:ext cx="765" cy="765"/>
            </a:xfrm>
            <a:prstGeom prst="ellipse">
              <a:avLst/>
            </a:prstGeom>
            <a:solidFill>
              <a:srgbClr val="C8D1D6"/>
            </a:solidFill>
            <a:ln w="13970">
              <a:solidFill>
                <a:srgbClr val="7A8B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0" name="图片 89" descr="考察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4448" y="15774"/>
              <a:ext cx="459" cy="459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2683510" y="11642725"/>
            <a:ext cx="485140" cy="485140"/>
            <a:chOff x="4172" y="16296"/>
            <a:chExt cx="764" cy="764"/>
          </a:xfrm>
        </p:grpSpPr>
        <p:sp>
          <p:nvSpPr>
            <p:cNvPr id="67" name="Oval 12"/>
            <p:cNvSpPr/>
            <p:nvPr/>
          </p:nvSpPr>
          <p:spPr>
            <a:xfrm>
              <a:off x="4172" y="16296"/>
              <a:ext cx="765" cy="765"/>
            </a:xfrm>
            <a:prstGeom prst="ellipse">
              <a:avLst/>
            </a:prstGeom>
            <a:solidFill>
              <a:srgbClr val="D5CEDD"/>
            </a:solidFill>
            <a:ln w="13970">
              <a:solidFill>
                <a:srgbClr val="9382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4" name="图片 93" descr="游戏手柄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4305" y="16436"/>
              <a:ext cx="495" cy="495"/>
            </a:xfrm>
            <a:prstGeom prst="rect">
              <a:avLst/>
            </a:prstGeom>
          </p:spPr>
        </p:pic>
      </p:grpSp>
      <p:grpSp>
        <p:nvGrpSpPr>
          <p:cNvPr id="86" name="组合 85"/>
          <p:cNvGrpSpPr/>
          <p:nvPr/>
        </p:nvGrpSpPr>
        <p:grpSpPr>
          <a:xfrm rot="0">
            <a:off x="2703195" y="9106535"/>
            <a:ext cx="485140" cy="485140"/>
            <a:chOff x="4308" y="14121"/>
            <a:chExt cx="764" cy="764"/>
          </a:xfrm>
        </p:grpSpPr>
        <p:sp>
          <p:nvSpPr>
            <p:cNvPr id="63" name="Oval 10"/>
            <p:cNvSpPr/>
            <p:nvPr/>
          </p:nvSpPr>
          <p:spPr>
            <a:xfrm>
              <a:off x="4308" y="14121"/>
              <a:ext cx="765" cy="765"/>
            </a:xfrm>
            <a:prstGeom prst="ellipse">
              <a:avLst/>
            </a:prstGeom>
            <a:solidFill>
              <a:srgbClr val="E0CDCA"/>
            </a:solidFill>
            <a:ln w="13970">
              <a:solidFill>
                <a:srgbClr val="BC88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5" name="图片 114" descr="投票选举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4446" y="14278"/>
              <a:ext cx="475" cy="475"/>
            </a:xfrm>
            <a:prstGeom prst="rect">
              <a:avLst/>
            </a:prstGeom>
          </p:spPr>
        </p:pic>
      </p:grpSp>
      <p:grpSp>
        <p:nvGrpSpPr>
          <p:cNvPr id="168" name="组合 167"/>
          <p:cNvGrpSpPr/>
          <p:nvPr/>
        </p:nvGrpSpPr>
        <p:grpSpPr>
          <a:xfrm>
            <a:off x="648335" y="17516475"/>
            <a:ext cx="485140" cy="485140"/>
            <a:chOff x="1125" y="27395"/>
            <a:chExt cx="764" cy="764"/>
          </a:xfrm>
        </p:grpSpPr>
        <p:sp>
          <p:nvSpPr>
            <p:cNvPr id="122" name="Oval 6"/>
            <p:cNvSpPr/>
            <p:nvPr/>
          </p:nvSpPr>
          <p:spPr>
            <a:xfrm>
              <a:off x="1125" y="27395"/>
              <a:ext cx="765" cy="765"/>
            </a:xfrm>
            <a:prstGeom prst="ellipse">
              <a:avLst/>
            </a:prstGeom>
            <a:solidFill>
              <a:srgbClr val="D0D8C8"/>
            </a:solidFill>
            <a:ln w="13970">
              <a:solidFill>
                <a:srgbClr val="8091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3" name="图片 122" descr="交流沟通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8" y="27511"/>
              <a:ext cx="472" cy="472"/>
            </a:xfrm>
            <a:prstGeom prst="rect">
              <a:avLst/>
            </a:prstGeom>
          </p:spPr>
        </p:pic>
      </p:grpSp>
      <p:grpSp>
        <p:nvGrpSpPr>
          <p:cNvPr id="169" name="组合 168"/>
          <p:cNvGrpSpPr/>
          <p:nvPr/>
        </p:nvGrpSpPr>
        <p:grpSpPr>
          <a:xfrm>
            <a:off x="638175" y="18149570"/>
            <a:ext cx="485140" cy="485140"/>
            <a:chOff x="1125" y="28176"/>
            <a:chExt cx="764" cy="764"/>
          </a:xfrm>
        </p:grpSpPr>
        <p:sp>
          <p:nvSpPr>
            <p:cNvPr id="124" name="Oval 4"/>
            <p:cNvSpPr/>
            <p:nvPr/>
          </p:nvSpPr>
          <p:spPr>
            <a:xfrm>
              <a:off x="1125" y="28176"/>
              <a:ext cx="765" cy="765"/>
            </a:xfrm>
            <a:prstGeom prst="ellipse">
              <a:avLst/>
            </a:prstGeom>
            <a:solidFill>
              <a:srgbClr val="E6DCBE"/>
            </a:solidFill>
            <a:ln w="13970">
              <a:solidFill>
                <a:srgbClr val="BF9B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5" name="图片 124" descr="报告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64" y="28328"/>
              <a:ext cx="511" cy="511"/>
            </a:xfrm>
            <a:prstGeom prst="rect">
              <a:avLst/>
            </a:prstGeom>
          </p:spPr>
        </p:pic>
      </p:grpSp>
      <p:grpSp>
        <p:nvGrpSpPr>
          <p:cNvPr id="170" name="组合 169"/>
          <p:cNvGrpSpPr/>
          <p:nvPr/>
        </p:nvGrpSpPr>
        <p:grpSpPr>
          <a:xfrm>
            <a:off x="2724150" y="16229965"/>
            <a:ext cx="485140" cy="485140"/>
            <a:chOff x="4221" y="25714"/>
            <a:chExt cx="764" cy="764"/>
          </a:xfrm>
        </p:grpSpPr>
        <p:sp>
          <p:nvSpPr>
            <p:cNvPr id="126" name="Oval 4"/>
            <p:cNvSpPr/>
            <p:nvPr/>
          </p:nvSpPr>
          <p:spPr>
            <a:xfrm>
              <a:off x="4221" y="25714"/>
              <a:ext cx="765" cy="765"/>
            </a:xfrm>
            <a:prstGeom prst="ellipse">
              <a:avLst/>
            </a:prstGeom>
            <a:solidFill>
              <a:srgbClr val="E6DCBE"/>
            </a:solidFill>
            <a:ln w="13970">
              <a:solidFill>
                <a:srgbClr val="BF9B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7" name="图片 126" descr="报告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4342" y="25836"/>
              <a:ext cx="525" cy="525"/>
            </a:xfrm>
            <a:prstGeom prst="rect">
              <a:avLst/>
            </a:prstGeom>
          </p:spPr>
        </p:pic>
      </p:grpSp>
      <p:cxnSp>
        <p:nvCxnSpPr>
          <p:cNvPr id="137" name="曲线连接符 136"/>
          <p:cNvCxnSpPr/>
          <p:nvPr/>
        </p:nvCxnSpPr>
        <p:spPr>
          <a:xfrm rot="5400000">
            <a:off x="1299845" y="7176135"/>
            <a:ext cx="320040" cy="880110"/>
          </a:xfrm>
          <a:prstGeom prst="curvedConnector2">
            <a:avLst/>
          </a:prstGeom>
          <a:ln w="38100">
            <a:solidFill>
              <a:srgbClr val="9C6F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曲线连接符 137"/>
          <p:cNvCxnSpPr/>
          <p:nvPr/>
        </p:nvCxnSpPr>
        <p:spPr>
          <a:xfrm rot="5400000" flipV="1">
            <a:off x="2235200" y="7458710"/>
            <a:ext cx="332740" cy="835660"/>
          </a:xfrm>
          <a:prstGeom prst="curvedConnector2">
            <a:avLst/>
          </a:prstGeom>
          <a:ln w="38100">
            <a:solidFill>
              <a:srgbClr val="9C6F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1" name="Image 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12395" y="7263130"/>
            <a:ext cx="1129665" cy="1129665"/>
          </a:xfrm>
          <a:prstGeom prst="rect">
            <a:avLst/>
          </a:prstGeom>
          <a:effectLst>
            <a:glow rad="254000">
              <a:srgbClr val="FFFF00">
                <a:alpha val="40000"/>
              </a:srgbClr>
            </a:glow>
          </a:effectLst>
        </p:spPr>
      </p:pic>
      <p:pic>
        <p:nvPicPr>
          <p:cNvPr id="142" name="Image 1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61640" y="7320915"/>
            <a:ext cx="995680" cy="995680"/>
          </a:xfrm>
          <a:prstGeom prst="rect">
            <a:avLst/>
          </a:prstGeom>
          <a:effectLst>
            <a:glow rad="254000">
              <a:srgbClr val="FFFF00">
                <a:alpha val="50000"/>
              </a:srgbClr>
            </a:glow>
          </a:effectLst>
        </p:spPr>
      </p:pic>
      <p:pic>
        <p:nvPicPr>
          <p:cNvPr id="143" name="Image 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61640" y="10377805"/>
            <a:ext cx="1134110" cy="1134110"/>
          </a:xfrm>
          <a:prstGeom prst="rect">
            <a:avLst/>
          </a:prstGeom>
          <a:effectLst>
            <a:glow rad="228600">
              <a:srgbClr val="FFFF00">
                <a:alpha val="40000"/>
              </a:srgbClr>
            </a:glow>
          </a:effectLst>
        </p:spPr>
      </p:pic>
      <p:pic>
        <p:nvPicPr>
          <p:cNvPr id="144" name="图片 143" descr="仪器_透明抠图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2225" y="10534650"/>
            <a:ext cx="959485" cy="781050"/>
          </a:xfrm>
          <a:prstGeom prst="rect">
            <a:avLst/>
          </a:prstGeom>
          <a:effectLst>
            <a:glow rad="228600">
              <a:srgbClr val="FFFF00">
                <a:alpha val="40000"/>
              </a:srgbClr>
            </a:glow>
          </a:effectLst>
        </p:spPr>
      </p:pic>
      <p:sp>
        <p:nvSpPr>
          <p:cNvPr id="151" name="Rounded Rectangle 2"/>
          <p:cNvSpPr/>
          <p:nvPr/>
        </p:nvSpPr>
        <p:spPr>
          <a:xfrm>
            <a:off x="-1840230" y="312293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circle – DEFINE"/>
          <p:cNvSpPr/>
          <p:nvPr/>
        </p:nvSpPr>
        <p:spPr>
          <a:xfrm>
            <a:off x="1366520" y="99441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1"/>
          <p:cNvSpPr/>
          <p:nvPr/>
        </p:nvSpPr>
        <p:spPr>
          <a:xfrm>
            <a:off x="1864360" y="4512945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2"/>
          <p:cNvSpPr/>
          <p:nvPr/>
        </p:nvSpPr>
        <p:spPr>
          <a:xfrm>
            <a:off x="3434715" y="312039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circle – DEFINE"/>
          <p:cNvSpPr/>
          <p:nvPr/>
        </p:nvSpPr>
        <p:spPr>
          <a:xfrm>
            <a:off x="1366520" y="5766435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1"/>
          <p:cNvSpPr/>
          <p:nvPr/>
        </p:nvSpPr>
        <p:spPr>
          <a:xfrm>
            <a:off x="1885950" y="6909435"/>
            <a:ext cx="119380" cy="187325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age circle – DEFINE"/>
          <p:cNvSpPr/>
          <p:nvPr/>
        </p:nvSpPr>
        <p:spPr>
          <a:xfrm>
            <a:off x="1381760" y="878332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tage label – ENGINEER"/>
          <p:cNvSpPr txBox="1"/>
          <p:nvPr/>
        </p:nvSpPr>
        <p:spPr>
          <a:xfrm>
            <a:off x="1381887" y="9119235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ENGINEER</a:t>
            </a:r>
            <a:endParaRPr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7" name="Rounded Rectangle 2"/>
          <p:cNvSpPr/>
          <p:nvPr/>
        </p:nvSpPr>
        <p:spPr>
          <a:xfrm>
            <a:off x="-1840230" y="75565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2"/>
          <p:cNvSpPr/>
          <p:nvPr/>
        </p:nvSpPr>
        <p:spPr>
          <a:xfrm>
            <a:off x="-1840230" y="54908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2"/>
          <p:cNvSpPr/>
          <p:nvPr/>
        </p:nvSpPr>
        <p:spPr>
          <a:xfrm>
            <a:off x="3434715" y="75565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2"/>
          <p:cNvSpPr/>
          <p:nvPr/>
        </p:nvSpPr>
        <p:spPr>
          <a:xfrm>
            <a:off x="3434715" y="54908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2" name="组合 81"/>
          <p:cNvGrpSpPr/>
          <p:nvPr/>
        </p:nvGrpSpPr>
        <p:grpSpPr>
          <a:xfrm rot="0">
            <a:off x="2692400" y="8455025"/>
            <a:ext cx="485140" cy="485140"/>
            <a:chOff x="1073" y="15498"/>
            <a:chExt cx="764" cy="764"/>
          </a:xfrm>
        </p:grpSpPr>
        <p:sp>
          <p:nvSpPr>
            <p:cNvPr id="83" name="Oval 2"/>
            <p:cNvSpPr/>
            <p:nvPr/>
          </p:nvSpPr>
          <p:spPr>
            <a:xfrm>
              <a:off x="1073" y="15498"/>
              <a:ext cx="765" cy="765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84" name="图片 83" descr="电脑计算机操作员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12" y="15624"/>
              <a:ext cx="505" cy="505"/>
            </a:xfrm>
            <a:prstGeom prst="rect">
              <a:avLst/>
            </a:prstGeom>
          </p:spPr>
        </p:pic>
      </p:grpSp>
      <p:sp>
        <p:nvSpPr>
          <p:cNvPr id="89" name="Rectangle 1"/>
          <p:cNvSpPr/>
          <p:nvPr/>
        </p:nvSpPr>
        <p:spPr>
          <a:xfrm>
            <a:off x="1885950" y="9932035"/>
            <a:ext cx="105410" cy="202565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曲线连接符 90"/>
          <p:cNvCxnSpPr/>
          <p:nvPr/>
        </p:nvCxnSpPr>
        <p:spPr>
          <a:xfrm rot="5400000">
            <a:off x="1297305" y="10254615"/>
            <a:ext cx="320040" cy="880110"/>
          </a:xfrm>
          <a:prstGeom prst="curvedConnector2">
            <a:avLst/>
          </a:prstGeom>
          <a:ln w="38100">
            <a:solidFill>
              <a:srgbClr val="9C6F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曲线连接符 95"/>
          <p:cNvCxnSpPr/>
          <p:nvPr/>
        </p:nvCxnSpPr>
        <p:spPr>
          <a:xfrm rot="5400000" flipV="1">
            <a:off x="2232660" y="10405110"/>
            <a:ext cx="332740" cy="835660"/>
          </a:xfrm>
          <a:prstGeom prst="curvedConnector2">
            <a:avLst/>
          </a:prstGeom>
          <a:ln w="38100">
            <a:solidFill>
              <a:srgbClr val="9C6F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Stage circle – DEFINE"/>
          <p:cNvSpPr/>
          <p:nvPr/>
        </p:nvSpPr>
        <p:spPr>
          <a:xfrm>
            <a:off x="1375410" y="11957685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9" name="组合 98"/>
          <p:cNvGrpSpPr/>
          <p:nvPr/>
        </p:nvGrpSpPr>
        <p:grpSpPr>
          <a:xfrm>
            <a:off x="652145" y="11649075"/>
            <a:ext cx="485140" cy="485140"/>
            <a:chOff x="1071" y="5802"/>
            <a:chExt cx="764" cy="764"/>
          </a:xfrm>
        </p:grpSpPr>
        <p:sp>
          <p:nvSpPr>
            <p:cNvPr id="100" name="Oval 2"/>
            <p:cNvSpPr/>
            <p:nvPr/>
          </p:nvSpPr>
          <p:spPr>
            <a:xfrm>
              <a:off x="1071" y="5802"/>
              <a:ext cx="765" cy="765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1" name="图片 100" descr="人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4" y="5883"/>
              <a:ext cx="544" cy="544"/>
            </a:xfrm>
            <a:prstGeom prst="rect">
              <a:avLst/>
            </a:prstGeom>
          </p:spPr>
        </p:pic>
      </p:grpSp>
      <p:sp>
        <p:nvSpPr>
          <p:cNvPr id="103" name="Oval 2"/>
          <p:cNvSpPr/>
          <p:nvPr/>
        </p:nvSpPr>
        <p:spPr>
          <a:xfrm>
            <a:off x="643255" y="12283440"/>
            <a:ext cx="485775" cy="485775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图片 91" descr="谈判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04850" y="12348210"/>
            <a:ext cx="344805" cy="344805"/>
          </a:xfrm>
          <a:prstGeom prst="rect">
            <a:avLst/>
          </a:prstGeom>
        </p:spPr>
      </p:pic>
      <p:sp>
        <p:nvSpPr>
          <p:cNvPr id="118" name="Oval 4"/>
          <p:cNvSpPr/>
          <p:nvPr/>
        </p:nvSpPr>
        <p:spPr>
          <a:xfrm>
            <a:off x="641985" y="1296098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9" name="组合 118"/>
          <p:cNvGrpSpPr/>
          <p:nvPr/>
        </p:nvGrpSpPr>
        <p:grpSpPr>
          <a:xfrm>
            <a:off x="2712720" y="12947015"/>
            <a:ext cx="485140" cy="485140"/>
            <a:chOff x="1071" y="5802"/>
            <a:chExt cx="764" cy="764"/>
          </a:xfrm>
        </p:grpSpPr>
        <p:sp>
          <p:nvSpPr>
            <p:cNvPr id="120" name="Oval 2"/>
            <p:cNvSpPr/>
            <p:nvPr/>
          </p:nvSpPr>
          <p:spPr>
            <a:xfrm>
              <a:off x="1071" y="5802"/>
              <a:ext cx="765" cy="765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1" name="图片 120" descr="人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4" y="5883"/>
              <a:ext cx="544" cy="544"/>
            </a:xfrm>
            <a:prstGeom prst="rect">
              <a:avLst/>
            </a:prstGeom>
          </p:spPr>
        </p:pic>
      </p:grpSp>
      <p:sp>
        <p:nvSpPr>
          <p:cNvPr id="145" name="Rounded Rectangle 2"/>
          <p:cNvSpPr/>
          <p:nvPr/>
        </p:nvSpPr>
        <p:spPr>
          <a:xfrm>
            <a:off x="3434715" y="862457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2"/>
          <p:cNvSpPr/>
          <p:nvPr/>
        </p:nvSpPr>
        <p:spPr>
          <a:xfrm>
            <a:off x="-1840230" y="862457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2"/>
          <p:cNvSpPr/>
          <p:nvPr/>
        </p:nvSpPr>
        <p:spPr>
          <a:xfrm>
            <a:off x="3434715" y="1173162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2"/>
          <p:cNvSpPr/>
          <p:nvPr/>
        </p:nvSpPr>
        <p:spPr>
          <a:xfrm>
            <a:off x="-1840230" y="1173162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"/>
          <p:cNvSpPr/>
          <p:nvPr/>
        </p:nvSpPr>
        <p:spPr>
          <a:xfrm>
            <a:off x="1899920" y="13098145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2" name="组合 151"/>
          <p:cNvGrpSpPr/>
          <p:nvPr/>
        </p:nvGrpSpPr>
        <p:grpSpPr>
          <a:xfrm>
            <a:off x="654685" y="14066520"/>
            <a:ext cx="485140" cy="485140"/>
            <a:chOff x="4172" y="16296"/>
            <a:chExt cx="764" cy="764"/>
          </a:xfrm>
        </p:grpSpPr>
        <p:sp>
          <p:nvSpPr>
            <p:cNvPr id="153" name="Oval 12"/>
            <p:cNvSpPr/>
            <p:nvPr/>
          </p:nvSpPr>
          <p:spPr>
            <a:xfrm>
              <a:off x="4172" y="16296"/>
              <a:ext cx="765" cy="765"/>
            </a:xfrm>
            <a:prstGeom prst="ellipse">
              <a:avLst/>
            </a:prstGeom>
            <a:solidFill>
              <a:srgbClr val="D5CEDD"/>
            </a:solidFill>
            <a:ln w="13970">
              <a:solidFill>
                <a:srgbClr val="9382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54" name="图片 153" descr="游戏手柄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4305" y="16436"/>
              <a:ext cx="495" cy="495"/>
            </a:xfrm>
            <a:prstGeom prst="rect">
              <a:avLst/>
            </a:prstGeom>
          </p:spPr>
        </p:pic>
      </p:grpSp>
      <p:sp>
        <p:nvSpPr>
          <p:cNvPr id="155" name="Stage circle – DEFINE"/>
          <p:cNvSpPr/>
          <p:nvPr/>
        </p:nvSpPr>
        <p:spPr>
          <a:xfrm>
            <a:off x="1392555" y="14351635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tage label – INCLUSIVITY"/>
          <p:cNvSpPr txBox="1"/>
          <p:nvPr/>
        </p:nvSpPr>
        <p:spPr>
          <a:xfrm>
            <a:off x="1392682" y="14701393"/>
            <a:ext cx="11338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>
                <a:solidFill>
                  <a:srgbClr val="673E22"/>
                </a:solidFill>
                <a:latin typeface="Calibri" panose="020F0502020204030204" charset="0"/>
                <a:cs typeface="Calibri" panose="020F0502020204030204" charset="0"/>
              </a:rPr>
              <a:t>INCLUSIVITY</a:t>
            </a:r>
            <a:endParaRPr sz="1400" b="1">
              <a:solidFill>
                <a:srgbClr val="673E2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7" name="Oval 4"/>
          <p:cNvSpPr/>
          <p:nvPr/>
        </p:nvSpPr>
        <p:spPr>
          <a:xfrm>
            <a:off x="659765" y="14701520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4"/>
          <p:cNvSpPr/>
          <p:nvPr/>
        </p:nvSpPr>
        <p:spPr>
          <a:xfrm>
            <a:off x="654685" y="1535493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4"/>
          <p:cNvSpPr/>
          <p:nvPr/>
        </p:nvSpPr>
        <p:spPr>
          <a:xfrm>
            <a:off x="2703195" y="14066520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4"/>
          <p:cNvSpPr/>
          <p:nvPr/>
        </p:nvSpPr>
        <p:spPr>
          <a:xfrm>
            <a:off x="2712720" y="14701520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61" name="组合 160"/>
          <p:cNvGrpSpPr/>
          <p:nvPr/>
        </p:nvGrpSpPr>
        <p:grpSpPr>
          <a:xfrm>
            <a:off x="2722880" y="15360650"/>
            <a:ext cx="485140" cy="485140"/>
            <a:chOff x="1071" y="5802"/>
            <a:chExt cx="764" cy="764"/>
          </a:xfrm>
        </p:grpSpPr>
        <p:sp>
          <p:nvSpPr>
            <p:cNvPr id="162" name="Oval 2"/>
            <p:cNvSpPr/>
            <p:nvPr/>
          </p:nvSpPr>
          <p:spPr>
            <a:xfrm>
              <a:off x="1071" y="5802"/>
              <a:ext cx="765" cy="765"/>
            </a:xfrm>
            <a:prstGeom prst="ellipse">
              <a:avLst/>
            </a:prstGeom>
            <a:solidFill>
              <a:srgbClr val="E8D5C1"/>
            </a:solidFill>
            <a:ln w="13970">
              <a:solidFill>
                <a:srgbClr val="C49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63" name="图片 162" descr="人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4" y="5883"/>
              <a:ext cx="544" cy="544"/>
            </a:xfrm>
            <a:prstGeom prst="rect">
              <a:avLst/>
            </a:prstGeom>
          </p:spPr>
        </p:pic>
      </p:grpSp>
      <p:sp>
        <p:nvSpPr>
          <p:cNvPr id="164" name="Rectangle 1"/>
          <p:cNvSpPr/>
          <p:nvPr/>
        </p:nvSpPr>
        <p:spPr>
          <a:xfrm>
            <a:off x="1899920" y="15506700"/>
            <a:ext cx="105410" cy="1253490"/>
          </a:xfrm>
          <a:prstGeom prst="rect">
            <a:avLst/>
          </a:prstGeom>
          <a:solidFill>
            <a:srgbClr val="9C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tage circle – DEFINE"/>
          <p:cNvSpPr/>
          <p:nvPr/>
        </p:nvSpPr>
        <p:spPr>
          <a:xfrm>
            <a:off x="1388110" y="16760190"/>
            <a:ext cx="1129665" cy="1129665"/>
          </a:xfrm>
          <a:prstGeom prst="ellipse">
            <a:avLst/>
          </a:prstGeom>
          <a:noFill/>
          <a:ln w="35560">
            <a:solidFill>
              <a:srgbClr val="673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4"/>
          <p:cNvSpPr/>
          <p:nvPr/>
        </p:nvSpPr>
        <p:spPr>
          <a:xfrm>
            <a:off x="654685" y="1623123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4"/>
          <p:cNvSpPr/>
          <p:nvPr/>
        </p:nvSpPr>
        <p:spPr>
          <a:xfrm>
            <a:off x="650875" y="16876395"/>
            <a:ext cx="486000" cy="48600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3" name="组合 172"/>
          <p:cNvGrpSpPr/>
          <p:nvPr/>
        </p:nvGrpSpPr>
        <p:grpSpPr>
          <a:xfrm>
            <a:off x="2719705" y="16880840"/>
            <a:ext cx="485140" cy="485140"/>
            <a:chOff x="1251" y="1663"/>
            <a:chExt cx="764" cy="764"/>
          </a:xfrm>
        </p:grpSpPr>
        <p:sp>
          <p:nvSpPr>
            <p:cNvPr id="171" name="Oval 8"/>
            <p:cNvSpPr/>
            <p:nvPr/>
          </p:nvSpPr>
          <p:spPr>
            <a:xfrm>
              <a:off x="1251" y="1663"/>
              <a:ext cx="765" cy="764"/>
            </a:xfrm>
            <a:prstGeom prst="ellipse">
              <a:avLst/>
            </a:prstGeom>
            <a:solidFill>
              <a:srgbClr val="C8D1D6"/>
            </a:solidFill>
            <a:ln w="13970">
              <a:solidFill>
                <a:srgbClr val="7A8B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72" name="图片 171" descr="放大镜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04" y="1806"/>
              <a:ext cx="464" cy="464"/>
            </a:xfrm>
            <a:prstGeom prst="rect">
              <a:avLst/>
            </a:prstGeom>
          </p:spPr>
        </p:pic>
      </p:grpSp>
      <p:grpSp>
        <p:nvGrpSpPr>
          <p:cNvPr id="174" name="组合 173"/>
          <p:cNvGrpSpPr/>
          <p:nvPr/>
        </p:nvGrpSpPr>
        <p:grpSpPr>
          <a:xfrm>
            <a:off x="2720975" y="17501235"/>
            <a:ext cx="485140" cy="485140"/>
            <a:chOff x="4172" y="16296"/>
            <a:chExt cx="764" cy="764"/>
          </a:xfrm>
        </p:grpSpPr>
        <p:sp>
          <p:nvSpPr>
            <p:cNvPr id="175" name="Oval 12"/>
            <p:cNvSpPr/>
            <p:nvPr/>
          </p:nvSpPr>
          <p:spPr>
            <a:xfrm>
              <a:off x="4172" y="16296"/>
              <a:ext cx="765" cy="765"/>
            </a:xfrm>
            <a:prstGeom prst="ellipse">
              <a:avLst/>
            </a:prstGeom>
            <a:solidFill>
              <a:srgbClr val="D5CEDD"/>
            </a:solidFill>
            <a:ln w="13970">
              <a:solidFill>
                <a:srgbClr val="9382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76" name="图片 175" descr="游戏手柄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4305" y="16436"/>
              <a:ext cx="495" cy="495"/>
            </a:xfrm>
            <a:prstGeom prst="rect">
              <a:avLst/>
            </a:prstGeom>
          </p:spPr>
        </p:pic>
      </p:grpSp>
      <p:grpSp>
        <p:nvGrpSpPr>
          <p:cNvPr id="177" name="组合 176"/>
          <p:cNvGrpSpPr/>
          <p:nvPr/>
        </p:nvGrpSpPr>
        <p:grpSpPr>
          <a:xfrm>
            <a:off x="2721610" y="18149570"/>
            <a:ext cx="485140" cy="485140"/>
            <a:chOff x="1125" y="28176"/>
            <a:chExt cx="764" cy="764"/>
          </a:xfrm>
        </p:grpSpPr>
        <p:sp>
          <p:nvSpPr>
            <p:cNvPr id="178" name="Oval 4"/>
            <p:cNvSpPr/>
            <p:nvPr/>
          </p:nvSpPr>
          <p:spPr>
            <a:xfrm>
              <a:off x="1125" y="28176"/>
              <a:ext cx="765" cy="765"/>
            </a:xfrm>
            <a:prstGeom prst="ellipse">
              <a:avLst/>
            </a:prstGeom>
            <a:solidFill>
              <a:srgbClr val="E6DCBE"/>
            </a:solidFill>
            <a:ln w="13970">
              <a:solidFill>
                <a:srgbClr val="BF9B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79" name="图片 178" descr="报告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64" y="28328"/>
              <a:ext cx="511" cy="511"/>
            </a:xfrm>
            <a:prstGeom prst="rect">
              <a:avLst/>
            </a:prstGeom>
          </p:spPr>
        </p:pic>
      </p:grpSp>
      <p:sp>
        <p:nvSpPr>
          <p:cNvPr id="180" name="Rounded Rectangle 2"/>
          <p:cNvSpPr/>
          <p:nvPr/>
        </p:nvSpPr>
        <p:spPr>
          <a:xfrm>
            <a:off x="3434715" y="1415542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2"/>
          <p:cNvSpPr/>
          <p:nvPr/>
        </p:nvSpPr>
        <p:spPr>
          <a:xfrm>
            <a:off x="-1840230" y="14155420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2"/>
          <p:cNvSpPr/>
          <p:nvPr/>
        </p:nvSpPr>
        <p:spPr>
          <a:xfrm>
            <a:off x="3434715" y="166160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2"/>
          <p:cNvSpPr/>
          <p:nvPr/>
        </p:nvSpPr>
        <p:spPr>
          <a:xfrm>
            <a:off x="-1840230" y="16616045"/>
            <a:ext cx="2312670" cy="1630045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图片 184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1084580" y="1594485"/>
            <a:ext cx="260985" cy="260985"/>
          </a:xfrm>
          <a:prstGeom prst="rect">
            <a:avLst/>
          </a:prstGeom>
        </p:spPr>
      </p:pic>
      <p:pic>
        <p:nvPicPr>
          <p:cNvPr id="186" name="图片 185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1405" y="1318895"/>
            <a:ext cx="260985" cy="260985"/>
          </a:xfrm>
          <a:prstGeom prst="rect">
            <a:avLst/>
          </a:prstGeom>
        </p:spPr>
      </p:pic>
      <p:pic>
        <p:nvPicPr>
          <p:cNvPr id="187" name="图片 186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540000" y="1579880"/>
            <a:ext cx="260985" cy="260985"/>
          </a:xfrm>
          <a:prstGeom prst="rect">
            <a:avLst/>
          </a:prstGeom>
        </p:spPr>
      </p:pic>
      <p:pic>
        <p:nvPicPr>
          <p:cNvPr id="188" name="图片 187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2536825" y="1304290"/>
            <a:ext cx="260985" cy="260985"/>
          </a:xfrm>
          <a:prstGeom prst="rect">
            <a:avLst/>
          </a:prstGeom>
        </p:spPr>
      </p:pic>
      <p:pic>
        <p:nvPicPr>
          <p:cNvPr id="189" name="图片 188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1094105" y="4156075"/>
            <a:ext cx="260985" cy="260985"/>
          </a:xfrm>
          <a:prstGeom prst="rect">
            <a:avLst/>
          </a:prstGeom>
        </p:spPr>
      </p:pic>
      <p:pic>
        <p:nvPicPr>
          <p:cNvPr id="195" name="图片 194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05535" y="3444240"/>
            <a:ext cx="260985" cy="260985"/>
          </a:xfrm>
          <a:prstGeom prst="rect">
            <a:avLst/>
          </a:prstGeom>
        </p:spPr>
      </p:pic>
      <p:pic>
        <p:nvPicPr>
          <p:cNvPr id="197" name="图片 196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2500630" y="3444240"/>
            <a:ext cx="260985" cy="260985"/>
          </a:xfrm>
          <a:prstGeom prst="rect">
            <a:avLst/>
          </a:prstGeom>
        </p:spPr>
      </p:pic>
      <p:pic>
        <p:nvPicPr>
          <p:cNvPr id="198" name="图片 197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496185" y="4170045"/>
            <a:ext cx="260985" cy="260985"/>
          </a:xfrm>
          <a:prstGeom prst="rect">
            <a:avLst/>
          </a:prstGeom>
        </p:spPr>
      </p:pic>
      <p:pic>
        <p:nvPicPr>
          <p:cNvPr id="199" name="图片 198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1105535" y="6377305"/>
            <a:ext cx="260985" cy="260985"/>
          </a:xfrm>
          <a:prstGeom prst="rect">
            <a:avLst/>
          </a:prstGeom>
        </p:spPr>
      </p:pic>
      <p:pic>
        <p:nvPicPr>
          <p:cNvPr id="200" name="图片 199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01090" y="5964555"/>
            <a:ext cx="260985" cy="260985"/>
          </a:xfrm>
          <a:prstGeom prst="rect">
            <a:avLst/>
          </a:prstGeom>
        </p:spPr>
      </p:pic>
      <p:pic>
        <p:nvPicPr>
          <p:cNvPr id="201" name="图片 200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498725" y="6377305"/>
            <a:ext cx="260985" cy="260985"/>
          </a:xfrm>
          <a:prstGeom prst="rect">
            <a:avLst/>
          </a:prstGeom>
        </p:spPr>
      </p:pic>
      <p:pic>
        <p:nvPicPr>
          <p:cNvPr id="202" name="图片 201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2495550" y="5964555"/>
            <a:ext cx="260985" cy="260985"/>
          </a:xfrm>
          <a:prstGeom prst="rect">
            <a:avLst/>
          </a:prstGeom>
        </p:spPr>
      </p:pic>
      <p:pic>
        <p:nvPicPr>
          <p:cNvPr id="203" name="图片 202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1105535" y="9621520"/>
            <a:ext cx="260985" cy="260985"/>
          </a:xfrm>
          <a:prstGeom prst="rect">
            <a:avLst/>
          </a:prstGeom>
        </p:spPr>
      </p:pic>
      <p:pic>
        <p:nvPicPr>
          <p:cNvPr id="204" name="图片 203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16965" y="8909685"/>
            <a:ext cx="260985" cy="260985"/>
          </a:xfrm>
          <a:prstGeom prst="rect">
            <a:avLst/>
          </a:prstGeom>
        </p:spPr>
      </p:pic>
      <p:pic>
        <p:nvPicPr>
          <p:cNvPr id="205" name="图片 204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2487295" y="8909685"/>
            <a:ext cx="260985" cy="260985"/>
          </a:xfrm>
          <a:prstGeom prst="rect">
            <a:avLst/>
          </a:prstGeom>
        </p:spPr>
      </p:pic>
      <p:pic>
        <p:nvPicPr>
          <p:cNvPr id="206" name="图片 205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482850" y="9635490"/>
            <a:ext cx="260985" cy="260985"/>
          </a:xfrm>
          <a:prstGeom prst="rect">
            <a:avLst/>
          </a:prstGeom>
        </p:spPr>
      </p:pic>
      <p:pic>
        <p:nvPicPr>
          <p:cNvPr id="207" name="图片 206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1131570" y="12780010"/>
            <a:ext cx="260985" cy="260985"/>
          </a:xfrm>
          <a:prstGeom prst="rect">
            <a:avLst/>
          </a:prstGeom>
        </p:spPr>
      </p:pic>
      <p:pic>
        <p:nvPicPr>
          <p:cNvPr id="208" name="图片 207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43000" y="12068175"/>
            <a:ext cx="260985" cy="260985"/>
          </a:xfrm>
          <a:prstGeom prst="rect">
            <a:avLst/>
          </a:prstGeom>
        </p:spPr>
      </p:pic>
      <p:pic>
        <p:nvPicPr>
          <p:cNvPr id="209" name="图片 208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2513330" y="12068175"/>
            <a:ext cx="260985" cy="260985"/>
          </a:xfrm>
          <a:prstGeom prst="rect">
            <a:avLst/>
          </a:prstGeom>
        </p:spPr>
      </p:pic>
      <p:pic>
        <p:nvPicPr>
          <p:cNvPr id="210" name="图片 209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508885" y="12793980"/>
            <a:ext cx="260985" cy="260985"/>
          </a:xfrm>
          <a:prstGeom prst="rect">
            <a:avLst/>
          </a:prstGeom>
        </p:spPr>
      </p:pic>
      <p:pic>
        <p:nvPicPr>
          <p:cNvPr id="211" name="图片 210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1130935" y="15206345"/>
            <a:ext cx="260985" cy="260985"/>
          </a:xfrm>
          <a:prstGeom prst="rect">
            <a:avLst/>
          </a:prstGeom>
        </p:spPr>
      </p:pic>
      <p:pic>
        <p:nvPicPr>
          <p:cNvPr id="212" name="图片 211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42365" y="14494510"/>
            <a:ext cx="260985" cy="260985"/>
          </a:xfrm>
          <a:prstGeom prst="rect">
            <a:avLst/>
          </a:prstGeom>
        </p:spPr>
      </p:pic>
      <p:pic>
        <p:nvPicPr>
          <p:cNvPr id="213" name="图片 212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2512695" y="14494510"/>
            <a:ext cx="260985" cy="260985"/>
          </a:xfrm>
          <a:prstGeom prst="rect">
            <a:avLst/>
          </a:prstGeom>
        </p:spPr>
      </p:pic>
      <p:pic>
        <p:nvPicPr>
          <p:cNvPr id="214" name="图片 213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508250" y="15220315"/>
            <a:ext cx="260985" cy="260985"/>
          </a:xfrm>
          <a:prstGeom prst="rect">
            <a:avLst/>
          </a:prstGeom>
        </p:spPr>
      </p:pic>
      <p:pic>
        <p:nvPicPr>
          <p:cNvPr id="217" name="图片 216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1136015" y="17819370"/>
            <a:ext cx="260985" cy="260985"/>
          </a:xfrm>
          <a:prstGeom prst="rect">
            <a:avLst/>
          </a:prstGeom>
        </p:spPr>
      </p:pic>
      <p:pic>
        <p:nvPicPr>
          <p:cNvPr id="218" name="图片 217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47445" y="16792575"/>
            <a:ext cx="260985" cy="260985"/>
          </a:xfrm>
          <a:prstGeom prst="rect">
            <a:avLst/>
          </a:prstGeom>
        </p:spPr>
      </p:pic>
      <p:pic>
        <p:nvPicPr>
          <p:cNvPr id="219" name="图片 218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2517775" y="16792575"/>
            <a:ext cx="260985" cy="260985"/>
          </a:xfrm>
          <a:prstGeom prst="rect">
            <a:avLst/>
          </a:prstGeom>
        </p:spPr>
      </p:pic>
      <p:pic>
        <p:nvPicPr>
          <p:cNvPr id="220" name="图片 219" descr="箭头-直角-右下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513330" y="17833340"/>
            <a:ext cx="260985" cy="260985"/>
          </a:xfrm>
          <a:prstGeom prst="rect">
            <a:avLst/>
          </a:prstGeom>
        </p:spPr>
      </p:pic>
      <p:sp>
        <p:nvSpPr>
          <p:cNvPr id="222" name="文本框 221"/>
          <p:cNvSpPr txBox="1"/>
          <p:nvPr/>
        </p:nvSpPr>
        <p:spPr>
          <a:xfrm>
            <a:off x="-795020" y="7902575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Wet lab</a:t>
            </a:r>
            <a:endParaRPr lang="en-US" altLang="zh-CN" sz="2000" b="1"/>
          </a:p>
        </p:txBody>
      </p:sp>
      <p:sp>
        <p:nvSpPr>
          <p:cNvPr id="223" name="文本框 222"/>
          <p:cNvSpPr txBox="1"/>
          <p:nvPr/>
        </p:nvSpPr>
        <p:spPr>
          <a:xfrm>
            <a:off x="3865880" y="7887335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D</a:t>
            </a:r>
            <a:r>
              <a:rPr lang="en-US" altLang="zh-CN" sz="2000" b="1"/>
              <a:t>ry lab</a:t>
            </a:r>
            <a:endParaRPr lang="en-US" altLang="zh-CN" sz="2000" b="1"/>
          </a:p>
        </p:txBody>
      </p:sp>
      <p:sp>
        <p:nvSpPr>
          <p:cNvPr id="224" name="文本框 223"/>
          <p:cNvSpPr txBox="1"/>
          <p:nvPr/>
        </p:nvSpPr>
        <p:spPr>
          <a:xfrm>
            <a:off x="-1009650" y="11111230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Hard</a:t>
            </a:r>
            <a:r>
              <a:rPr lang="en-US" altLang="zh-CN" sz="2000" b="1"/>
              <a:t>ware</a:t>
            </a:r>
            <a:endParaRPr lang="en-US" altLang="zh-CN" sz="2000" b="1"/>
          </a:p>
        </p:txBody>
      </p:sp>
      <p:sp>
        <p:nvSpPr>
          <p:cNvPr id="225" name="文本框 224"/>
          <p:cNvSpPr txBox="1"/>
          <p:nvPr/>
        </p:nvSpPr>
        <p:spPr>
          <a:xfrm>
            <a:off x="3967480" y="11038840"/>
            <a:ext cx="147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S</a:t>
            </a:r>
            <a:r>
              <a:rPr lang="en-US" altLang="zh-CN" sz="2000" b="1"/>
              <a:t>oftware</a:t>
            </a:r>
            <a:endParaRPr lang="en-US" altLang="zh-CN" sz="2000" b="1"/>
          </a:p>
        </p:txBody>
      </p:sp>
      <p:sp>
        <p:nvSpPr>
          <p:cNvPr id="4" name="Oval 2"/>
          <p:cNvSpPr/>
          <p:nvPr/>
        </p:nvSpPr>
        <p:spPr>
          <a:xfrm>
            <a:off x="698500" y="5600065"/>
            <a:ext cx="485775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2"/>
          <p:cNvSpPr/>
          <p:nvPr/>
        </p:nvSpPr>
        <p:spPr>
          <a:xfrm>
            <a:off x="2713355" y="5628640"/>
            <a:ext cx="485775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图片 15" descr="团队开会讨论头脑风暴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20090" y="1724660"/>
            <a:ext cx="313690" cy="313690"/>
          </a:xfrm>
          <a:prstGeom prst="rect">
            <a:avLst/>
          </a:prstGeom>
        </p:spPr>
      </p:pic>
      <p:pic>
        <p:nvPicPr>
          <p:cNvPr id="18" name="图片 17" descr="团队开会讨论头脑风暴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35330" y="3025140"/>
            <a:ext cx="346075" cy="346075"/>
          </a:xfrm>
          <a:prstGeom prst="rect">
            <a:avLst/>
          </a:prstGeom>
        </p:spPr>
      </p:pic>
      <p:pic>
        <p:nvPicPr>
          <p:cNvPr id="19" name="图片 18" descr="医护人员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4855" y="3022600"/>
            <a:ext cx="241605" cy="250825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787400" y="4512945"/>
            <a:ext cx="310515" cy="281305"/>
            <a:chOff x="2193" y="7480"/>
            <a:chExt cx="2418" cy="2000"/>
          </a:xfrm>
        </p:grpSpPr>
        <p:pic>
          <p:nvPicPr>
            <p:cNvPr id="23" name="图片 22" descr="病毒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901" y="7995"/>
              <a:ext cx="711" cy="711"/>
            </a:xfrm>
            <a:prstGeom prst="rect">
              <a:avLst/>
            </a:prstGeom>
          </p:spPr>
        </p:pic>
        <p:pic>
          <p:nvPicPr>
            <p:cNvPr id="43" name="图片 42" descr="医护人员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193" y="7480"/>
              <a:ext cx="2000" cy="2000"/>
            </a:xfrm>
            <a:prstGeom prst="rect">
              <a:avLst/>
            </a:prstGeom>
          </p:spPr>
        </p:pic>
      </p:grpSp>
      <p:pic>
        <p:nvPicPr>
          <p:cNvPr id="46" name="图片 45" descr="医护人员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769870" y="3735705"/>
            <a:ext cx="358775" cy="358775"/>
          </a:xfrm>
          <a:prstGeom prst="rect">
            <a:avLst/>
          </a:prstGeom>
        </p:spPr>
      </p:pic>
      <p:pic>
        <p:nvPicPr>
          <p:cNvPr id="61" name="图片 60" descr="人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98445" y="1724660"/>
            <a:ext cx="288290" cy="288290"/>
          </a:xfrm>
          <a:prstGeom prst="rect">
            <a:avLst/>
          </a:prstGeom>
        </p:spPr>
      </p:pic>
      <p:pic>
        <p:nvPicPr>
          <p:cNvPr id="88" name="图片 87" descr="人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806065" y="3048000"/>
            <a:ext cx="304165" cy="304165"/>
          </a:xfrm>
          <a:prstGeom prst="rect">
            <a:avLst/>
          </a:prstGeom>
        </p:spPr>
      </p:pic>
      <p:pic>
        <p:nvPicPr>
          <p:cNvPr id="93" name="图片 92" descr="医生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743835" y="4488815"/>
            <a:ext cx="358775" cy="358775"/>
          </a:xfrm>
          <a:prstGeom prst="rect">
            <a:avLst/>
          </a:prstGeom>
        </p:spPr>
      </p:pic>
      <p:pic>
        <p:nvPicPr>
          <p:cNvPr id="95" name="图片 94" descr="科学家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79780" y="5662295"/>
            <a:ext cx="359410" cy="359410"/>
          </a:xfrm>
          <a:prstGeom prst="rect">
            <a:avLst/>
          </a:prstGeom>
        </p:spPr>
      </p:pic>
      <p:pic>
        <p:nvPicPr>
          <p:cNvPr id="102" name="图片 101" descr="科学家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797810" y="5662295"/>
            <a:ext cx="359410" cy="359410"/>
          </a:xfrm>
          <a:prstGeom prst="rect">
            <a:avLst/>
          </a:prstGeom>
        </p:spPr>
      </p:pic>
      <p:pic>
        <p:nvPicPr>
          <p:cNvPr id="107" name="图片 106" descr="投票选举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776855" y="9168130"/>
            <a:ext cx="324485" cy="324485"/>
          </a:xfrm>
          <a:prstGeom prst="rect">
            <a:avLst/>
          </a:prstGeom>
        </p:spPr>
      </p:pic>
      <p:pic>
        <p:nvPicPr>
          <p:cNvPr id="109" name="图片 108" descr="考察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780030" y="9832340"/>
            <a:ext cx="332105" cy="332105"/>
          </a:xfrm>
          <a:prstGeom prst="rect">
            <a:avLst/>
          </a:prstGeom>
        </p:spPr>
      </p:pic>
      <p:pic>
        <p:nvPicPr>
          <p:cNvPr id="110" name="图片 109" descr="老人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04850" y="9159240"/>
            <a:ext cx="381635" cy="381635"/>
          </a:xfrm>
          <a:prstGeom prst="rect">
            <a:avLst/>
          </a:prstGeom>
        </p:spPr>
      </p:pic>
      <p:pic>
        <p:nvPicPr>
          <p:cNvPr id="111" name="图片 110" descr="婴儿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7230" y="9832340"/>
            <a:ext cx="381635" cy="381635"/>
          </a:xfrm>
          <a:prstGeom prst="rect">
            <a:avLst/>
          </a:prstGeom>
        </p:spPr>
      </p:pic>
      <p:pic>
        <p:nvPicPr>
          <p:cNvPr id="112" name="图片 111" descr="游戏手柄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753995" y="11693525"/>
            <a:ext cx="359410" cy="359410"/>
          </a:xfrm>
          <a:prstGeom prst="rect">
            <a:avLst/>
          </a:prstGeom>
        </p:spPr>
      </p:pic>
      <p:pic>
        <p:nvPicPr>
          <p:cNvPr id="113" name="图片 112" descr="游戏手柄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19455" y="14119860"/>
            <a:ext cx="359410" cy="359410"/>
          </a:xfrm>
          <a:prstGeom prst="rect">
            <a:avLst/>
          </a:prstGeom>
        </p:spPr>
      </p:pic>
      <p:pic>
        <p:nvPicPr>
          <p:cNvPr id="114" name="图片 113" descr="培训"/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04215" y="13030835"/>
            <a:ext cx="342265" cy="342265"/>
          </a:xfrm>
          <a:prstGeom prst="rect">
            <a:avLst/>
          </a:prstGeom>
        </p:spPr>
      </p:pic>
      <p:pic>
        <p:nvPicPr>
          <p:cNvPr id="116" name="图片 115" descr="培训"/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760345" y="12350750"/>
            <a:ext cx="342265" cy="342265"/>
          </a:xfrm>
          <a:prstGeom prst="rect">
            <a:avLst/>
          </a:prstGeom>
        </p:spPr>
      </p:pic>
      <p:pic>
        <p:nvPicPr>
          <p:cNvPr id="117" name="图片 116" descr="学生"/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42315" y="14770735"/>
            <a:ext cx="328930" cy="328930"/>
          </a:xfrm>
          <a:prstGeom prst="rect">
            <a:avLst/>
          </a:prstGeom>
        </p:spPr>
      </p:pic>
      <p:pic>
        <p:nvPicPr>
          <p:cNvPr id="128" name="图片 127" descr="培训"/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785110" y="14770735"/>
            <a:ext cx="333375" cy="333375"/>
          </a:xfrm>
          <a:prstGeom prst="rect">
            <a:avLst/>
          </a:prstGeom>
        </p:spPr>
      </p:pic>
      <p:pic>
        <p:nvPicPr>
          <p:cNvPr id="130" name="图片 129" descr="学生"/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19455" y="15412085"/>
            <a:ext cx="328930" cy="328930"/>
          </a:xfrm>
          <a:prstGeom prst="rect">
            <a:avLst/>
          </a:prstGeom>
        </p:spPr>
      </p:pic>
      <p:pic>
        <p:nvPicPr>
          <p:cNvPr id="131" name="图片 130" descr="学生"/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782570" y="14140815"/>
            <a:ext cx="328930" cy="328930"/>
          </a:xfrm>
          <a:prstGeom prst="rect">
            <a:avLst/>
          </a:prstGeom>
        </p:spPr>
      </p:pic>
      <p:pic>
        <p:nvPicPr>
          <p:cNvPr id="135" name="图片 134" descr="游戏手柄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785110" y="17539970"/>
            <a:ext cx="364490" cy="364490"/>
          </a:xfrm>
          <a:prstGeom prst="rect">
            <a:avLst/>
          </a:prstGeom>
        </p:spPr>
      </p:pic>
      <p:pic>
        <p:nvPicPr>
          <p:cNvPr id="136" name="图片 135" descr="会议报告"/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42315" y="16971645"/>
            <a:ext cx="313690" cy="313690"/>
          </a:xfrm>
          <a:prstGeom prst="rect">
            <a:avLst/>
          </a:prstGeom>
        </p:spPr>
      </p:pic>
      <p:pic>
        <p:nvPicPr>
          <p:cNvPr id="139" name="图片 138" descr="会议报告"/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42315" y="16307435"/>
            <a:ext cx="313690" cy="313690"/>
          </a:xfrm>
          <a:prstGeom prst="rect">
            <a:avLst/>
          </a:prstGeom>
        </p:spPr>
      </p:pic>
      <p:pic>
        <p:nvPicPr>
          <p:cNvPr id="140" name="图片 139" descr="报告"/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6860" y="16316325"/>
            <a:ext cx="324485" cy="3244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ags/tag2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ags/tag3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ags/tag4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ags/tag5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ags/tag6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ags/tag7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ags/tag8.xml><?xml version="1.0" encoding="utf-8"?>
<p:tagLst xmlns:p="http://schemas.openxmlformats.org/presentationml/2006/main">
  <p:tag name="KSO_WM_DIAGRAM_VIRTUALLY_FRAME" val="{&quot;height&quot;:450.7,&quot;left&quot;:32.25,&quot;top&quot;:36.2,&quot;width&quot;:228.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杨雨佳</cp:lastModifiedBy>
  <cp:revision>13</cp:revision>
  <dcterms:created xsi:type="dcterms:W3CDTF">2013-01-27T09:14:00Z</dcterms:created>
  <dcterms:modified xsi:type="dcterms:W3CDTF">2026-10-17T05:35:50Z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D921A21FC2AD415382CD1EEE25B501CA_13</vt:lpwstr>
  </property>
</Properties>
</file>