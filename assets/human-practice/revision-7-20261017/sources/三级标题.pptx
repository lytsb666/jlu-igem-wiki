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1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可编辑双层圆角方框。组合对象总高度为2厘米，初始宽度为10厘米。选中整个组合，拖动左右中点可调节长度。也可在“形状格式 → 大小”中关闭“锁定纵横比”，保持高度2厘米，只修改宽度。取消组合后可以分别修改填充、轮廓及圆角。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0" name="可调节方框（总高度2cm，初始宽度10cm）"/>
          <p:cNvGrpSpPr/>
          <p:nvPr/>
        </p:nvGrpSpPr>
        <p:grpSpPr>
          <a:xfrm>
            <a:off x="1070610" y="3044825"/>
            <a:ext cx="10229850" cy="744220"/>
            <a:chOff x="4296000" y="3069000"/>
            <a:chExt cx="3600000" cy="720000"/>
          </a:xfrm>
        </p:grpSpPr>
        <p:sp>
          <p:nvSpPr>
            <p:cNvPr id="3" name="橙色后层"/>
            <p:cNvSpPr>
              <a:spLocks noGrp="1"/>
            </p:cNvSpPr>
            <p:nvPr/>
          </p:nvSpPr>
          <p:spPr>
            <a:xfrm>
              <a:off x="4334520" y="3069000"/>
              <a:ext cx="3561480" cy="681480"/>
            </a:xfrm>
            <a:prstGeom prst="roundRect">
              <a:avLst>
                <a:gd name="adj" fmla="val 16667"/>
              </a:avLst>
            </a:prstGeom>
            <a:solidFill>
              <a:srgbClr val="DCA06A"/>
            </a:solidFill>
            <a:ln w="12700">
              <a:solidFill>
                <a:srgbClr val="AD6626"/>
              </a:solidFill>
              <a:prstDash val="solid"/>
            </a:ln>
          </p:spPr>
        </p:sp>
        <p:sp>
          <p:nvSpPr>
            <p:cNvPr id="2" name="白色前层（可编辑文字）"/>
            <p:cNvSpPr>
              <a:spLocks noGrp="1"/>
            </p:cNvSpPr>
            <p:nvPr/>
          </p:nvSpPr>
          <p:spPr>
            <a:xfrm>
              <a:off x="4296000" y="3107520"/>
              <a:ext cx="3561480" cy="681480"/>
            </a:xfrm>
            <a:prstGeom prst="roundRect">
              <a:avLst>
                <a:gd name="adj" fmla="val 16667"/>
              </a:avLst>
            </a:prstGeom>
            <a:solidFill>
              <a:srgbClr val="FBF1E5"/>
            </a:solidFill>
            <a:ln w="12700">
              <a:solidFill>
                <a:srgbClr val="AD6626"/>
              </a:solidFill>
              <a:prstDash val="solid"/>
            </a:ln>
          </p:spPr>
          <p:txBody>
            <a:bodyPr anchor="ctr"/>
            <a:lstStyle>
              <a:defPPr algn="ctr">
                <a:defRPr sz="1500">
                  <a:solidFill>
                    <a:srgbClr val="333333"/>
                  </a:solidFill>
                </a:defRPr>
              </a:defPPr>
            </a:lstStyle>
            <a:p/>
          </p:txBody>
        </p:sp>
      </p:grpSp>
      <p:sp>
        <p:nvSpPr>
          <p:cNvPr id="5" name="文本框 4"/>
          <p:cNvSpPr txBox="1"/>
          <p:nvPr/>
        </p:nvSpPr>
        <p:spPr>
          <a:xfrm>
            <a:off x="1199515" y="25647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二级</a:t>
            </a:r>
            <a:r>
              <a:rPr lang="zh-CN" altLang="en-US"/>
              <a:t>标题：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71905" y="788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一级标题：</a:t>
            </a:r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3625215" y="1442085"/>
            <a:ext cx="7827645" cy="700405"/>
            <a:chOff x="2316" y="6177"/>
            <a:chExt cx="12327" cy="1103"/>
          </a:xfrm>
          <a:solidFill>
            <a:srgbClr val="8B5951"/>
          </a:solidFill>
        </p:grpSpPr>
        <p:sp>
          <p:nvSpPr>
            <p:cNvPr id="22" name="矩形 21"/>
            <p:cNvSpPr/>
            <p:nvPr/>
          </p:nvSpPr>
          <p:spPr>
            <a:xfrm>
              <a:off x="2316" y="6182"/>
              <a:ext cx="11771" cy="1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3540" y="6177"/>
              <a:ext cx="1103" cy="11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624580" y="1439545"/>
            <a:ext cx="6608445" cy="700405"/>
            <a:chOff x="2316" y="6176"/>
            <a:chExt cx="10407" cy="1103"/>
          </a:xfrm>
          <a:solidFill>
            <a:srgbClr val="C7974C"/>
          </a:solidFill>
        </p:grpSpPr>
        <p:sp>
          <p:nvSpPr>
            <p:cNvPr id="29" name="矩形 28"/>
            <p:cNvSpPr/>
            <p:nvPr/>
          </p:nvSpPr>
          <p:spPr>
            <a:xfrm>
              <a:off x="2316" y="6182"/>
              <a:ext cx="9823" cy="1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1620" y="6176"/>
              <a:ext cx="1103" cy="11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3615690" y="1439545"/>
            <a:ext cx="5179695" cy="700405"/>
            <a:chOff x="2316" y="6177"/>
            <a:chExt cx="8157" cy="1103"/>
          </a:xfrm>
          <a:solidFill>
            <a:srgbClr val="BF7A59"/>
          </a:solidFill>
        </p:grpSpPr>
        <p:sp>
          <p:nvSpPr>
            <p:cNvPr id="32" name="矩形 31"/>
            <p:cNvSpPr/>
            <p:nvPr/>
          </p:nvSpPr>
          <p:spPr>
            <a:xfrm>
              <a:off x="2316" y="6182"/>
              <a:ext cx="7570" cy="1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9370" y="6177"/>
              <a:ext cx="1103" cy="11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81685" y="1443990"/>
            <a:ext cx="6623050" cy="703580"/>
            <a:chOff x="-827" y="6177"/>
            <a:chExt cx="10430" cy="1108"/>
          </a:xfrm>
          <a:solidFill>
            <a:srgbClr val="DFBAAA"/>
          </a:solidFill>
        </p:grpSpPr>
        <p:sp>
          <p:nvSpPr>
            <p:cNvPr id="35" name="矩形 34"/>
            <p:cNvSpPr/>
            <p:nvPr/>
          </p:nvSpPr>
          <p:spPr>
            <a:xfrm>
              <a:off x="-304" y="6182"/>
              <a:ext cx="9392" cy="1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-827" y="6182"/>
              <a:ext cx="1103" cy="11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8500" y="6177"/>
              <a:ext cx="1103" cy="11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圆角矩形 38"/>
          <p:cNvSpPr/>
          <p:nvPr/>
        </p:nvSpPr>
        <p:spPr>
          <a:xfrm>
            <a:off x="2639695" y="5441950"/>
            <a:ext cx="5702300" cy="918845"/>
          </a:xfrm>
          <a:prstGeom prst="roundRect">
            <a:avLst/>
          </a:prstGeom>
          <a:solidFill>
            <a:srgbClr val="BF8157"/>
          </a:solidFill>
          <a:ln w="57150">
            <a:solidFill>
              <a:srgbClr val="65300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2900045" y="5514975"/>
            <a:ext cx="5313680" cy="741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4000" b="1">
                <a:solidFill>
                  <a:srgbClr val="FBF4EB"/>
                </a:solidFill>
                <a:latin typeface="+mj-lt"/>
                <a:cs typeface="+mj-lt"/>
              </a:rPr>
              <a:t>Compassion</a:t>
            </a:r>
            <a:endParaRPr lang="en-US" altLang="zh-CN" sz="4000" b="1">
              <a:solidFill>
                <a:srgbClr val="FBF4EB"/>
              </a:solidFill>
              <a:latin typeface="+mj-lt"/>
              <a:cs typeface="+mj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121535" y="4752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三级标题：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演示</Application>
  <PresentationFormat>Converted Presentation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杨雨佳</cp:lastModifiedBy>
  <cp:revision>1</cp:revision>
  <dcterms:created xsi:type="dcterms:W3CDTF">2026-10-17T04:57:47Z</dcterms:created>
  <dcterms:modified xsi:type="dcterms:W3CDTF">2026-10-17T04:57:47Z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C4AF9E052C1746B1BCD1FA8496C507F2_13</vt:lpwstr>
  </property>
</Properties>
</file>