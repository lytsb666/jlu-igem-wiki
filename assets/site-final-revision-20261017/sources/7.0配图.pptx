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</p:sldIdLst>
  <p:sldSz cx="13792200" cy="115062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3900"/>
    <a:srgbClr val="A8754E"/>
    <a:srgbClr val="B77C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https://jlu-igem-wiki-preview.pages.dev/Eagagement/iHP
Figure 1 audit: 14 separately opened on-site PDFs; 49 distinct documented engagement/work units, conservatively shown as 45+; 769 response/attendance/contact/ballot touchpoints (not unique persons); 28 selected replicable artifacts/formats; 20 analyst-defined fields; 24 distinct named expert/professional contacts.
PDFs:
Stakeholder scoring criteria: https://jlu-igem-wiki-preview.pages.dev/ihp-resources/revision-4-20261017/stakeholder-scoring-criteria.pdf
Stakeholder review &amp; adaptation: https://jlu-igem-wiki-preview.pages.dev/ihp-resources/revision-4-20261017/stakeholder-review-and-adaptation.pdf
Nursing-home informed consent: https://jlu-igem-wiki-preview.pages.dev/ihp-resources/revision-4-20261017/nursing-home-informed-consent.pdf
Kindergarten informed consent: https://jlu-igem-wiki-preview.pages.dev/ihp-resources/revision-4-20261017/kindergarten-informed-consent.pdf
Community emergency response guide: https://jlu-igem-wiki-preview.pages.dev/ihp-resources/revision-6-20261017/community-collaborative-emergency-response-guide.pdf
ByeGerm 1.0 user manual: https://jlu-igem-wiki-preview.pages.dev/ihp-resources/revision-4-20261017/byegerm-1-user-manual.pdf
Retrospective empathy survey: https://jlu-igem-wiki-preview.pages.dev/ihp-resources/revision-4-20261017/retrospective-empathy-survey.pdf
ByeGerm 2.0 user manual: https://jlu-igem-wiki-preview.pages.dev/ihp-resources/revision-4-20261017/byegerm-2-user-manual.pdf
Respiratory card-game instructions: https://jlu-igem-wiki-preview.pages.dev/ihp-resources/revision-6-20261017/card-game-instructions.pdf
Kindergarten material safety: https://jlu-igem-wiki-preview.pages.dev/ihp-resources/revision-4-20261017/kindergarten-material-safety.pdf
Kindergarten venue/personnel safety: https://jlu-igem-wiki-preview.pages.dev/ihp-resources/revision-4-20261017/kindergarten-venue-personnel-safety.pdf
Kindergarten activity safety: https://jlu-igem-wiki-preview.pages.dev/ihp-resources/revision-4-20261017/kindergarten-activity-safety.pdf
Older-adult education resource: https://jlu-igem-wiki-preview.pages.dev/ihp-resources/revision-4-20261017/older-adult-education.pdf
Braille learning material: https://jlu-igem-wiki-preview.pages.dev/ihp-resources/revision-4-20261017/braille-learning-material.pdf
Important: surveys 385+200, 100 special-needs youth attendees, 60 elder feedback slips, 24 named contacts. 60 slips are not verified persons. Not counting unknown numbers of teachers, children, questions, international event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379220" y="4346787"/>
            <a:ext cx="11033760" cy="166200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4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2068830" y="6328410"/>
            <a:ext cx="9654540" cy="12784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379220" y="4794250"/>
            <a:ext cx="11033760" cy="19177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775811" y="894927"/>
            <a:ext cx="12240578" cy="14063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775811" y="3196167"/>
            <a:ext cx="12240578" cy="71594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4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844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1pPr>
            <a:lvl2pPr marL="60325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2pPr>
            <a:lvl3pPr marL="94805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3pPr>
            <a:lvl4pPr marL="129286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4pPr>
            <a:lvl5pPr marL="163766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5pPr>
            <a:lvl6pPr marL="198247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6pPr>
            <a:lvl7pPr marL="232727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7pPr>
            <a:lvl8pPr marL="267208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8pPr>
            <a:lvl9pPr marL="301688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775811" y="894927"/>
            <a:ext cx="12240578" cy="14063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775811" y="3196167"/>
            <a:ext cx="5689283" cy="71594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844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1pPr>
            <a:lvl2pPr marL="60325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2pPr>
            <a:lvl3pPr marL="94805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3pPr>
            <a:lvl4pPr marL="129286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4pPr>
            <a:lvl5pPr marL="163766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5pPr>
            <a:lvl6pPr marL="198247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6pPr>
            <a:lvl7pPr marL="232727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7pPr>
            <a:lvl8pPr marL="267208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8pPr>
            <a:lvl9pPr marL="301688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7327106" y="3196167"/>
            <a:ext cx="5689283" cy="71594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844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1pPr>
            <a:lvl2pPr marL="60325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2pPr>
            <a:lvl3pPr marL="94805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3pPr>
            <a:lvl4pPr marL="129286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4pPr>
            <a:lvl5pPr marL="163766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5pPr>
            <a:lvl6pPr marL="198247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6pPr>
            <a:lvl7pPr marL="232727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7pPr>
            <a:lvl8pPr marL="267208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8pPr>
            <a:lvl9pPr marL="301688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775811" y="894927"/>
            <a:ext cx="12240578" cy="14063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775811" y="3196167"/>
            <a:ext cx="5689283" cy="71594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4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844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1pPr>
            <a:lvl2pPr marL="60325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2pPr>
            <a:lvl3pPr marL="94805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3pPr>
            <a:lvl4pPr marL="129286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4pPr>
            <a:lvl5pPr marL="163766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5pPr>
            <a:lvl6pPr marL="198247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6pPr>
            <a:lvl7pPr marL="232727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7pPr>
            <a:lvl8pPr marL="2672080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8pPr>
            <a:lvl9pPr marL="3016885" indent="-258445">
              <a:lnSpc>
                <a:spcPct val="110000"/>
              </a:lnSpc>
              <a:spcBef>
                <a:spcPts val="0"/>
              </a:spcBef>
              <a:spcAft>
                <a:spcPts val="136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"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816402" y="10969244"/>
            <a:ext cx="905000" cy="503333"/>
          </a:xfrm>
          <a:prstGeom prst="rect">
            <a:avLst/>
          </a:prstGeom>
        </p:spPr>
        <p:txBody>
          <a:bodyPr/>
          <a:lstStyle>
            <a:lvl1pPr>
              <a:defRPr sz="905">
                <a:solidFill>
                  <a:srgbClr val="9C82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svg"/><Relationship Id="rId7" Type="http://schemas.openxmlformats.org/officeDocument/2006/relationships/image" Target="../media/image26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6.xml"/><Relationship Id="rId15" Type="http://schemas.openxmlformats.org/officeDocument/2006/relationships/image" Target="../media/image34.svg"/><Relationship Id="rId14" Type="http://schemas.openxmlformats.org/officeDocument/2006/relationships/image" Target="../media/image33.svg"/><Relationship Id="rId13" Type="http://schemas.openxmlformats.org/officeDocument/2006/relationships/image" Target="../media/image32.svg"/><Relationship Id="rId12" Type="http://schemas.openxmlformats.org/officeDocument/2006/relationships/image" Target="../media/image31.svg"/><Relationship Id="rId11" Type="http://schemas.openxmlformats.org/officeDocument/2006/relationships/image" Target="../media/image30.png"/><Relationship Id="rId10" Type="http://schemas.openxmlformats.org/officeDocument/2006/relationships/image" Target="../media/image29.svg"/><Relationship Id="rId1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6" name="Outer border"/>
          <p:cNvSpPr>
            <a:spLocks noGrp="1"/>
          </p:cNvSpPr>
          <p:nvPr/>
        </p:nvSpPr>
        <p:spPr>
          <a:xfrm>
            <a:off x="171450" y="142875"/>
            <a:ext cx="13449300" cy="11220450"/>
          </a:xfrm>
          <a:prstGeom prst="roundRect">
            <a:avLst>
              <a:gd name="adj" fmla="val 1868"/>
            </a:avLst>
          </a:prstGeom>
          <a:noFill/>
          <a:ln w="17145">
            <a:solidFill>
              <a:srgbClr val="DCC3AD"/>
            </a:solidFill>
            <a:prstDash val="solid"/>
          </a:ln>
        </p:spPr>
      </p:sp>
      <p:sp>
        <p:nvSpPr>
          <p:cNvPr id="2" name="Title"/>
          <p:cNvSpPr>
            <a:spLocks noGrp="1"/>
          </p:cNvSpPr>
          <p:nvPr/>
        </p:nvSpPr>
        <p:spPr>
          <a:xfrm>
            <a:off x="2952750" y="276225"/>
            <a:ext cx="8001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4350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4350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350" b="1">
                <a:solidFill>
                  <a:srgbClr val="4B39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From Feedback to Shared Impact</a:t>
            </a:r>
            <a:endParaRPr sz="4350" b="1">
              <a:solidFill>
                <a:srgbClr val="4B3900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  <p:sp>
        <p:nvSpPr>
          <p:cNvPr id="5" name="Main circle: Listen to Define"/>
          <p:cNvSpPr>
            <a:spLocks noGrp="1"/>
          </p:cNvSpPr>
          <p:nvPr/>
        </p:nvSpPr>
        <p:spPr>
          <a:xfrm>
            <a:off x="4959881" y="1666784"/>
            <a:ext cx="1521810" cy="1173771"/>
          </a:xfrm>
          <a:custGeom>
            <a:avLst/>
            <a:gdLst/>
            <a:ahLst/>
            <a:cxnLst/>
            <a:pathLst>
              <a:path w="1521810" h="1173771">
                <a:moveTo>
                  <a:pt x="41478" y="0"/>
                </a:moveTo>
                <a:cubicBezTo>
                  <a:pt x="603488" y="140125"/>
                  <a:pt x="1101440" y="466539"/>
                  <a:pt x="1454118" y="926005"/>
                </a:cubicBezTo>
                <a:lnTo>
                  <a:pt x="1507009" y="885408"/>
                </a:lnTo>
                <a:lnTo>
                  <a:pt x="1521810" y="1173771"/>
                </a:lnTo>
                <a:lnTo>
                  <a:pt x="1265224" y="1070997"/>
                </a:lnTo>
                <a:lnTo>
                  <a:pt x="1318115" y="1030400"/>
                </a:lnTo>
                <a:cubicBezTo>
                  <a:pt x="989036" y="601678"/>
                  <a:pt x="524404" y="297106"/>
                  <a:pt x="0" y="166357"/>
                </a:cubicBezTo>
                <a:close/>
              </a:path>
            </a:pathLst>
          </a:custGeom>
          <a:solidFill>
            <a:srgbClr val="608494"/>
          </a:solidFill>
          <a:ln w="0">
            <a:noFill/>
          </a:ln>
        </p:spPr>
      </p:sp>
      <p:sp>
        <p:nvSpPr>
          <p:cNvPr id="6" name="Main circle: Define to Build"/>
          <p:cNvSpPr>
            <a:spLocks noGrp="1"/>
          </p:cNvSpPr>
          <p:nvPr/>
        </p:nvSpPr>
        <p:spPr>
          <a:xfrm>
            <a:off x="6278880" y="4366895"/>
            <a:ext cx="660400" cy="1377950"/>
          </a:xfrm>
          <a:custGeom>
            <a:avLst/>
            <a:gdLst/>
            <a:ahLst/>
            <a:cxnLst/>
            <a:pathLst>
              <a:path w="640181" h="1259132">
                <a:moveTo>
                  <a:pt x="640181" y="23861"/>
                </a:moveTo>
                <a:cubicBezTo>
                  <a:pt x="584977" y="416652"/>
                  <a:pt x="439334" y="791263"/>
                  <a:pt x="214721" y="1118189"/>
                </a:cubicBezTo>
                <a:lnTo>
                  <a:pt x="269676" y="1155946"/>
                </a:lnTo>
                <a:lnTo>
                  <a:pt x="0" y="1259132"/>
                </a:lnTo>
                <a:lnTo>
                  <a:pt x="18454" y="983345"/>
                </a:lnTo>
                <a:lnTo>
                  <a:pt x="73409" y="1021102"/>
                </a:lnTo>
                <a:cubicBezTo>
                  <a:pt x="282992" y="716051"/>
                  <a:pt x="418890" y="366507"/>
                  <a:pt x="470399" y="0"/>
                </a:cubicBezTo>
                <a:close/>
              </a:path>
            </a:pathLst>
          </a:custGeom>
          <a:solidFill>
            <a:srgbClr val="608494"/>
          </a:solidFill>
          <a:ln w="0">
            <a:noFill/>
          </a:ln>
        </p:spPr>
      </p:sp>
      <p:sp>
        <p:nvSpPr>
          <p:cNvPr id="7" name="Main circle: Build to Engineer"/>
          <p:cNvSpPr>
            <a:spLocks noGrp="1"/>
          </p:cNvSpPr>
          <p:nvPr/>
        </p:nvSpPr>
        <p:spPr>
          <a:xfrm>
            <a:off x="3494002" y="6384881"/>
            <a:ext cx="1805718" cy="383687"/>
          </a:xfrm>
          <a:custGeom>
            <a:avLst/>
            <a:gdLst/>
            <a:ahLst/>
            <a:cxnLst/>
            <a:pathLst>
              <a:path w="1805718" h="383687">
                <a:moveTo>
                  <a:pt x="1805718" y="160062"/>
                </a:moveTo>
                <a:cubicBezTo>
                  <a:pt x="1293564" y="356660"/>
                  <a:pt x="731833" y="383687"/>
                  <a:pt x="203170" y="237167"/>
                </a:cubicBezTo>
                <a:lnTo>
                  <a:pt x="185362" y="301420"/>
                </a:lnTo>
                <a:lnTo>
                  <a:pt x="0" y="80031"/>
                </a:lnTo>
                <a:lnTo>
                  <a:pt x="266770" y="7693"/>
                </a:lnTo>
                <a:lnTo>
                  <a:pt x="248962" y="71946"/>
                </a:lnTo>
                <a:cubicBezTo>
                  <a:pt x="742249" y="208661"/>
                  <a:pt x="1266392" y="183442"/>
                  <a:pt x="1744275" y="0"/>
                </a:cubicBezTo>
                <a:close/>
              </a:path>
            </a:pathLst>
          </a:custGeom>
          <a:solidFill>
            <a:srgbClr val="608494"/>
          </a:solidFill>
          <a:ln w="0">
            <a:noFill/>
          </a:ln>
        </p:spPr>
      </p:sp>
      <p:sp>
        <p:nvSpPr>
          <p:cNvPr id="8" name="Main circle: Engineer to Extend"/>
          <p:cNvSpPr>
            <a:spLocks noGrp="1"/>
          </p:cNvSpPr>
          <p:nvPr/>
        </p:nvSpPr>
        <p:spPr>
          <a:xfrm>
            <a:off x="1805460" y="4411765"/>
            <a:ext cx="718059" cy="1353596"/>
          </a:xfrm>
          <a:custGeom>
            <a:avLst/>
            <a:gdLst/>
            <a:ahLst/>
            <a:cxnLst/>
            <a:pathLst>
              <a:path w="718059" h="1353596">
                <a:moveTo>
                  <a:pt x="584817" y="1353596"/>
                </a:moveTo>
                <a:cubicBezTo>
                  <a:pt x="325684" y="1033593"/>
                  <a:pt x="147492" y="655851"/>
                  <a:pt x="65334" y="252364"/>
                </a:cubicBezTo>
                <a:lnTo>
                  <a:pt x="0" y="265668"/>
                </a:lnTo>
                <a:lnTo>
                  <a:pt x="113106" y="0"/>
                </a:lnTo>
                <a:lnTo>
                  <a:pt x="298671" y="204852"/>
                </a:lnTo>
                <a:lnTo>
                  <a:pt x="233337" y="218156"/>
                </a:lnTo>
                <a:cubicBezTo>
                  <a:pt x="309997" y="594643"/>
                  <a:pt x="476266" y="947109"/>
                  <a:pt x="718059" y="1245699"/>
                </a:cubicBezTo>
                <a:close/>
              </a:path>
            </a:pathLst>
          </a:custGeom>
          <a:solidFill>
            <a:srgbClr val="608494"/>
          </a:solidFill>
          <a:ln w="0">
            <a:noFill/>
          </a:ln>
        </p:spPr>
      </p:sp>
      <p:sp>
        <p:nvSpPr>
          <p:cNvPr id="9" name="Main circle: Extend to Listen"/>
          <p:cNvSpPr>
            <a:spLocks noGrp="1"/>
          </p:cNvSpPr>
          <p:nvPr/>
        </p:nvSpPr>
        <p:spPr>
          <a:xfrm>
            <a:off x="2232637" y="1674931"/>
            <a:ext cx="1549743" cy="1175860"/>
          </a:xfrm>
          <a:custGeom>
            <a:avLst/>
            <a:gdLst/>
            <a:ahLst/>
            <a:cxnLst/>
            <a:pathLst>
              <a:path w="1549743" h="1175860">
                <a:moveTo>
                  <a:pt x="0" y="1082481"/>
                </a:moveTo>
                <a:cubicBezTo>
                  <a:pt x="307118" y="609561"/>
                  <a:pt x="761668" y="251164"/>
                  <a:pt x="1293186" y="62847"/>
                </a:cubicBezTo>
                <a:lnTo>
                  <a:pt x="1270920" y="0"/>
                </a:lnTo>
                <a:lnTo>
                  <a:pt x="1549743" y="75032"/>
                </a:lnTo>
                <a:lnTo>
                  <a:pt x="1372710" y="287301"/>
                </a:lnTo>
                <a:lnTo>
                  <a:pt x="1350443" y="224454"/>
                </a:lnTo>
                <a:cubicBezTo>
                  <a:pt x="854492" y="400169"/>
                  <a:pt x="430357" y="734585"/>
                  <a:pt x="143790" y="1175860"/>
                </a:cubicBezTo>
                <a:close/>
              </a:path>
            </a:pathLst>
          </a:custGeom>
          <a:solidFill>
            <a:srgbClr val="608494"/>
          </a:solidFill>
          <a:ln w="0">
            <a:noFill/>
          </a:ln>
        </p:spPr>
      </p:sp>
      <p:sp>
        <p:nvSpPr>
          <p:cNvPr id="10" name="Engineering circle: Engineer to Hardware"/>
          <p:cNvSpPr>
            <a:spLocks noGrp="1"/>
          </p:cNvSpPr>
          <p:nvPr/>
        </p:nvSpPr>
        <p:spPr>
          <a:xfrm>
            <a:off x="1277826" y="5837617"/>
            <a:ext cx="1055107" cy="492028"/>
          </a:xfrm>
          <a:custGeom>
            <a:avLst/>
            <a:gdLst/>
            <a:ahLst/>
            <a:cxnLst/>
            <a:pathLst>
              <a:path w="1055107" h="492028">
                <a:moveTo>
                  <a:pt x="1055107" y="37012"/>
                </a:moveTo>
                <a:cubicBezTo>
                  <a:pt x="702966" y="0"/>
                  <a:pt x="351084" y="109287"/>
                  <a:pt x="81869" y="339280"/>
                </a:cubicBezTo>
                <a:lnTo>
                  <a:pt x="44747" y="295827"/>
                </a:lnTo>
                <a:lnTo>
                  <a:pt x="0" y="492028"/>
                </a:lnTo>
                <a:lnTo>
                  <a:pt x="187047" y="462395"/>
                </a:lnTo>
                <a:lnTo>
                  <a:pt x="149925" y="418942"/>
                </a:lnTo>
                <a:cubicBezTo>
                  <a:pt x="397285" y="207621"/>
                  <a:pt x="720601" y="107206"/>
                  <a:pt x="1044155" y="141213"/>
                </a:cubicBezTo>
                <a:close/>
              </a:path>
            </a:pathLst>
          </a:custGeom>
          <a:solidFill>
            <a:srgbClr val="8E89AA"/>
          </a:solidFill>
          <a:ln w="0">
            <a:noFill/>
          </a:ln>
        </p:spPr>
      </p:sp>
      <p:sp>
        <p:nvSpPr>
          <p:cNvPr id="11" name="Engineering circle: Hardware to Software"/>
          <p:cNvSpPr>
            <a:spLocks noGrp="1"/>
          </p:cNvSpPr>
          <p:nvPr/>
        </p:nvSpPr>
        <p:spPr>
          <a:xfrm>
            <a:off x="1080300" y="7751127"/>
            <a:ext cx="498600" cy="479425"/>
          </a:xfrm>
          <a:custGeom>
            <a:avLst/>
            <a:gdLst/>
            <a:ahLst/>
            <a:cxnLst/>
            <a:pathLst>
              <a:path w="498600" h="479425">
                <a:moveTo>
                  <a:pt x="0" y="52388"/>
                </a:moveTo>
                <a:cubicBezTo>
                  <a:pt x="84773" y="199218"/>
                  <a:pt x="197645" y="327908"/>
                  <a:pt x="332168" y="431103"/>
                </a:cubicBezTo>
                <a:lnTo>
                  <a:pt x="297383" y="476447"/>
                </a:lnTo>
                <a:lnTo>
                  <a:pt x="498600" y="479425"/>
                </a:lnTo>
                <a:lnTo>
                  <a:pt x="430725" y="302626"/>
                </a:lnTo>
                <a:lnTo>
                  <a:pt x="395940" y="347971"/>
                </a:lnTo>
                <a:cubicBezTo>
                  <a:pt x="272338" y="253153"/>
                  <a:pt x="168629" y="134911"/>
                  <a:pt x="90738" y="0"/>
                </a:cubicBezTo>
                <a:close/>
              </a:path>
            </a:pathLst>
          </a:custGeom>
          <a:solidFill>
            <a:srgbClr val="8E89AA"/>
          </a:solidFill>
          <a:ln w="0">
            <a:noFill/>
          </a:ln>
        </p:spPr>
      </p:sp>
      <p:sp>
        <p:nvSpPr>
          <p:cNvPr id="12" name="Engineering circle: Software to Engineer"/>
          <p:cNvSpPr>
            <a:spLocks noGrp="1"/>
          </p:cNvSpPr>
          <p:nvPr/>
        </p:nvSpPr>
        <p:spPr>
          <a:xfrm>
            <a:off x="2790956" y="7266116"/>
            <a:ext cx="722946" cy="1009804"/>
          </a:xfrm>
          <a:custGeom>
            <a:avLst/>
            <a:gdLst/>
            <a:ahLst/>
            <a:cxnLst/>
            <a:pathLst>
              <a:path w="722946" h="1009804">
                <a:moveTo>
                  <a:pt x="52388" y="1009804"/>
                </a:moveTo>
                <a:cubicBezTo>
                  <a:pt x="365815" y="828847"/>
                  <a:pt x="588863" y="524606"/>
                  <a:pt x="667149" y="171260"/>
                </a:cubicBezTo>
                <a:lnTo>
                  <a:pt x="722946" y="183622"/>
                </a:lnTo>
                <a:lnTo>
                  <a:pt x="640607" y="0"/>
                </a:lnTo>
                <a:lnTo>
                  <a:pt x="509058" y="136234"/>
                </a:lnTo>
                <a:lnTo>
                  <a:pt x="564855" y="148596"/>
                </a:lnTo>
                <a:cubicBezTo>
                  <a:pt x="492924" y="473257"/>
                  <a:pt x="287983" y="752799"/>
                  <a:pt x="0" y="919066"/>
                </a:cubicBezTo>
                <a:close/>
              </a:path>
            </a:pathLst>
          </a:custGeom>
          <a:solidFill>
            <a:srgbClr val="8E89AA"/>
          </a:solidFill>
          <a:ln w="0">
            <a:noFill/>
          </a:ln>
        </p:spPr>
      </p:sp>
      <p:sp>
        <p:nvSpPr>
          <p:cNvPr id="13" name="Build circle: Build to DryLab"/>
          <p:cNvSpPr>
            <a:spLocks noGrp="1"/>
          </p:cNvSpPr>
          <p:nvPr/>
        </p:nvSpPr>
        <p:spPr>
          <a:xfrm>
            <a:off x="6430081" y="6276956"/>
            <a:ext cx="754855" cy="1438208"/>
          </a:xfrm>
          <a:custGeom>
            <a:avLst/>
            <a:gdLst/>
            <a:ahLst/>
            <a:cxnLst/>
            <a:pathLst>
              <a:path w="754855" h="1438208">
                <a:moveTo>
                  <a:pt x="52388" y="0"/>
                </a:moveTo>
                <a:cubicBezTo>
                  <a:pt x="504518" y="261038"/>
                  <a:pt x="754855" y="768754"/>
                  <a:pt x="686643" y="1286354"/>
                </a:cubicBezTo>
                <a:lnTo>
                  <a:pt x="743303" y="1293821"/>
                </a:lnTo>
                <a:lnTo>
                  <a:pt x="603126" y="1438208"/>
                </a:lnTo>
                <a:lnTo>
                  <a:pt x="526106" y="1265197"/>
                </a:lnTo>
                <a:lnTo>
                  <a:pt x="582766" y="1272664"/>
                </a:lnTo>
                <a:cubicBezTo>
                  <a:pt x="645440" y="797083"/>
                  <a:pt x="415426" y="330584"/>
                  <a:pt x="0" y="90738"/>
                </a:cubicBezTo>
                <a:close/>
              </a:path>
            </a:pathLst>
          </a:custGeom>
          <a:solidFill>
            <a:srgbClr val="C88A6A"/>
          </a:solidFill>
          <a:ln w="0">
            <a:noFill/>
          </a:ln>
        </p:spPr>
      </p:sp>
      <p:sp>
        <p:nvSpPr>
          <p:cNvPr id="14" name="Build circle: DryLab to WetLab"/>
          <p:cNvSpPr>
            <a:spLocks noGrp="1"/>
          </p:cNvSpPr>
          <p:nvPr/>
        </p:nvSpPr>
        <p:spPr>
          <a:xfrm>
            <a:off x="5516667" y="8513718"/>
            <a:ext cx="654524" cy="217197"/>
          </a:xfrm>
          <a:custGeom>
            <a:avLst/>
            <a:gdLst/>
            <a:ahLst/>
            <a:cxnLst/>
            <a:pathLst>
              <a:path w="654524" h="217197">
                <a:moveTo>
                  <a:pt x="654524" y="127623"/>
                </a:moveTo>
                <a:cubicBezTo>
                  <a:pt x="490756" y="171505"/>
                  <a:pt x="319946" y="182689"/>
                  <a:pt x="151854" y="160537"/>
                </a:cubicBezTo>
                <a:lnTo>
                  <a:pt x="144387" y="217197"/>
                </a:lnTo>
                <a:lnTo>
                  <a:pt x="0" y="77021"/>
                </a:lnTo>
                <a:lnTo>
                  <a:pt x="173010" y="0"/>
                </a:lnTo>
                <a:lnTo>
                  <a:pt x="165543" y="56660"/>
                </a:lnTo>
                <a:cubicBezTo>
                  <a:pt x="319990" y="77014"/>
                  <a:pt x="476933" y="66738"/>
                  <a:pt x="627406" y="26418"/>
                </a:cubicBezTo>
                <a:close/>
              </a:path>
            </a:pathLst>
          </a:custGeom>
          <a:solidFill>
            <a:srgbClr val="C88A6A"/>
          </a:solidFill>
          <a:ln w="0">
            <a:noFill/>
          </a:ln>
        </p:spPr>
      </p:sp>
      <p:sp>
        <p:nvSpPr>
          <p:cNvPr id="15" name="Build circle: WetLab to Build"/>
          <p:cNvSpPr>
            <a:spLocks noGrp="1"/>
          </p:cNvSpPr>
          <p:nvPr/>
        </p:nvSpPr>
        <p:spPr>
          <a:xfrm>
            <a:off x="4516941" y="6775556"/>
            <a:ext cx="277471" cy="953167"/>
          </a:xfrm>
          <a:custGeom>
            <a:avLst/>
            <a:gdLst/>
            <a:ahLst/>
            <a:cxnLst/>
            <a:pathLst>
              <a:path w="277471" h="953167">
                <a:moveTo>
                  <a:pt x="73549" y="953167"/>
                </a:moveTo>
                <a:cubicBezTo>
                  <a:pt x="0" y="678678"/>
                  <a:pt x="19098" y="387590"/>
                  <a:pt x="127880" y="125064"/>
                </a:cubicBezTo>
                <a:lnTo>
                  <a:pt x="75083" y="103187"/>
                </a:lnTo>
                <a:lnTo>
                  <a:pt x="247853" y="0"/>
                </a:lnTo>
                <a:lnTo>
                  <a:pt x="277471" y="187049"/>
                </a:lnTo>
                <a:lnTo>
                  <a:pt x="224674" y="165172"/>
                </a:lnTo>
                <a:cubicBezTo>
                  <a:pt x="124723" y="406386"/>
                  <a:pt x="107176" y="673844"/>
                  <a:pt x="174754" y="926049"/>
                </a:cubicBezTo>
                <a:close/>
              </a:path>
            </a:pathLst>
          </a:custGeom>
          <a:solidFill>
            <a:srgbClr val="C88A6A"/>
          </a:solidFill>
          <a:ln w="0">
            <a:noFill/>
          </a:ln>
        </p:spPr>
      </p:sp>
      <p:sp>
        <p:nvSpPr>
          <p:cNvPr id="17" name="Engagement circle: Access to Participate"/>
          <p:cNvSpPr>
            <a:spLocks noGrp="1"/>
          </p:cNvSpPr>
          <p:nvPr/>
        </p:nvSpPr>
        <p:spPr>
          <a:xfrm>
            <a:off x="11727003" y="1595796"/>
            <a:ext cx="762894" cy="761586"/>
          </a:xfrm>
          <a:custGeom>
            <a:avLst/>
            <a:gdLst/>
            <a:ahLst/>
            <a:cxnLst/>
            <a:pathLst>
              <a:path w="762894" h="761586">
                <a:moveTo>
                  <a:pt x="44280" y="0"/>
                </a:moveTo>
                <a:cubicBezTo>
                  <a:pt x="321077" y="129073"/>
                  <a:pt x="552870" y="338093"/>
                  <a:pt x="709777" y="600117"/>
                </a:cubicBezTo>
                <a:lnTo>
                  <a:pt x="762894" y="568309"/>
                </a:lnTo>
                <a:lnTo>
                  <a:pt x="736247" y="761586"/>
                </a:lnTo>
                <a:lnTo>
                  <a:pt x="566770" y="685754"/>
                </a:lnTo>
                <a:lnTo>
                  <a:pt x="619887" y="653946"/>
                </a:lnTo>
                <a:cubicBezTo>
                  <a:pt x="473733" y="409880"/>
                  <a:pt x="257827" y="215185"/>
                  <a:pt x="0" y="94958"/>
                </a:cubicBezTo>
                <a:close/>
              </a:path>
            </a:pathLst>
          </a:custGeom>
          <a:solidFill>
            <a:srgbClr val="B08A64"/>
          </a:solidFill>
          <a:ln w="0">
            <a:noFill/>
          </a:ln>
        </p:spPr>
      </p:sp>
      <p:sp>
        <p:nvSpPr>
          <p:cNvPr id="18" name="Engagement circle: Participate to Listen"/>
          <p:cNvSpPr>
            <a:spLocks noGrp="1"/>
          </p:cNvSpPr>
          <p:nvPr/>
        </p:nvSpPr>
        <p:spPr>
          <a:xfrm>
            <a:off x="11749143" y="3896647"/>
            <a:ext cx="547157" cy="449375"/>
          </a:xfrm>
          <a:custGeom>
            <a:avLst/>
            <a:gdLst/>
            <a:ahLst/>
            <a:cxnLst/>
            <a:pathLst>
              <a:path w="547157" h="449375">
                <a:moveTo>
                  <a:pt x="547157" y="67348"/>
                </a:moveTo>
                <a:cubicBezTo>
                  <a:pt x="437793" y="197683"/>
                  <a:pt x="307439" y="308848"/>
                  <a:pt x="161469" y="396259"/>
                </a:cubicBezTo>
                <a:lnTo>
                  <a:pt x="193277" y="449375"/>
                </a:lnTo>
                <a:lnTo>
                  <a:pt x="0" y="422729"/>
                </a:lnTo>
                <a:lnTo>
                  <a:pt x="75832" y="253251"/>
                </a:lnTo>
                <a:lnTo>
                  <a:pt x="107640" y="306368"/>
                </a:lnTo>
                <a:cubicBezTo>
                  <a:pt x="243606" y="224948"/>
                  <a:pt x="365026" y="121402"/>
                  <a:pt x="466895" y="0"/>
                </a:cubicBezTo>
                <a:close/>
              </a:path>
            </a:pathLst>
          </a:custGeom>
          <a:solidFill>
            <a:srgbClr val="8D9981"/>
          </a:solidFill>
          <a:ln w="0">
            <a:noFill/>
          </a:ln>
        </p:spPr>
      </p:sp>
      <p:sp>
        <p:nvSpPr>
          <p:cNvPr id="19" name="Engagement circle: Listen to Adapt"/>
          <p:cNvSpPr>
            <a:spLocks noGrp="1"/>
          </p:cNvSpPr>
          <p:nvPr/>
        </p:nvSpPr>
        <p:spPr>
          <a:xfrm>
            <a:off x="9994231" y="3930321"/>
            <a:ext cx="529166" cy="436534"/>
          </a:xfrm>
          <a:custGeom>
            <a:avLst/>
            <a:gdLst/>
            <a:ahLst/>
            <a:cxnLst/>
            <a:pathLst>
              <a:path w="529166" h="436534">
                <a:moveTo>
                  <a:pt x="484886" y="436534"/>
                </a:moveTo>
                <a:cubicBezTo>
                  <a:pt x="330686" y="364629"/>
                  <a:pt x="189572" y="267489"/>
                  <a:pt x="67359" y="149116"/>
                </a:cubicBezTo>
                <a:lnTo>
                  <a:pt x="24285" y="193588"/>
                </a:lnTo>
                <a:lnTo>
                  <a:pt x="0" y="0"/>
                </a:lnTo>
                <a:lnTo>
                  <a:pt x="183329" y="29385"/>
                </a:lnTo>
                <a:lnTo>
                  <a:pt x="140255" y="73856"/>
                </a:lnTo>
                <a:cubicBezTo>
                  <a:pt x="254091" y="184116"/>
                  <a:pt x="385534" y="274599"/>
                  <a:pt x="529166" y="341575"/>
                </a:cubicBezTo>
                <a:close/>
              </a:path>
            </a:pathLst>
          </a:custGeom>
          <a:solidFill>
            <a:srgbClr val="8D9981"/>
          </a:solidFill>
          <a:ln w="0">
            <a:noFill/>
          </a:ln>
        </p:spPr>
      </p:sp>
      <p:sp>
        <p:nvSpPr>
          <p:cNvPr id="21" name="Growth circle: Exchange to Co-create"/>
          <p:cNvSpPr>
            <a:spLocks noGrp="1"/>
          </p:cNvSpPr>
          <p:nvPr/>
        </p:nvSpPr>
        <p:spPr>
          <a:xfrm>
            <a:off x="11727003" y="6034446"/>
            <a:ext cx="762894" cy="761586"/>
          </a:xfrm>
          <a:custGeom>
            <a:avLst/>
            <a:gdLst/>
            <a:ahLst/>
            <a:cxnLst/>
            <a:pathLst>
              <a:path w="762894" h="761586">
                <a:moveTo>
                  <a:pt x="44280" y="0"/>
                </a:moveTo>
                <a:cubicBezTo>
                  <a:pt x="321077" y="129073"/>
                  <a:pt x="552870" y="338093"/>
                  <a:pt x="709777" y="600117"/>
                </a:cubicBezTo>
                <a:lnTo>
                  <a:pt x="762894" y="568309"/>
                </a:lnTo>
                <a:lnTo>
                  <a:pt x="736247" y="761586"/>
                </a:lnTo>
                <a:lnTo>
                  <a:pt x="566770" y="685754"/>
                </a:lnTo>
                <a:lnTo>
                  <a:pt x="619887" y="653946"/>
                </a:lnTo>
                <a:cubicBezTo>
                  <a:pt x="473733" y="409880"/>
                  <a:pt x="257827" y="215185"/>
                  <a:pt x="0" y="94958"/>
                </a:cubicBezTo>
                <a:close/>
              </a:path>
            </a:pathLst>
          </a:custGeom>
          <a:solidFill>
            <a:srgbClr val="B77C5F"/>
          </a:solidFill>
          <a:ln w="0">
            <a:noFill/>
          </a:ln>
        </p:spPr>
      </p:sp>
      <p:sp>
        <p:nvSpPr>
          <p:cNvPr id="22" name="Growth circle: Co-create to Document"/>
          <p:cNvSpPr>
            <a:spLocks noGrp="1"/>
          </p:cNvSpPr>
          <p:nvPr/>
        </p:nvSpPr>
        <p:spPr>
          <a:xfrm>
            <a:off x="11749143" y="8335297"/>
            <a:ext cx="547157" cy="449375"/>
          </a:xfrm>
          <a:custGeom>
            <a:avLst/>
            <a:gdLst/>
            <a:ahLst/>
            <a:cxnLst/>
            <a:pathLst>
              <a:path w="547157" h="449375">
                <a:moveTo>
                  <a:pt x="547157" y="67348"/>
                </a:moveTo>
                <a:cubicBezTo>
                  <a:pt x="437793" y="197683"/>
                  <a:pt x="307439" y="308848"/>
                  <a:pt x="161469" y="396259"/>
                </a:cubicBezTo>
                <a:lnTo>
                  <a:pt x="193277" y="449375"/>
                </a:lnTo>
                <a:lnTo>
                  <a:pt x="0" y="422729"/>
                </a:lnTo>
                <a:lnTo>
                  <a:pt x="75832" y="253251"/>
                </a:lnTo>
                <a:lnTo>
                  <a:pt x="107640" y="306368"/>
                </a:lnTo>
                <a:cubicBezTo>
                  <a:pt x="243606" y="224948"/>
                  <a:pt x="365026" y="121402"/>
                  <a:pt x="466895" y="0"/>
                </a:cubicBezTo>
                <a:close/>
              </a:path>
            </a:pathLst>
          </a:custGeom>
          <a:solidFill>
            <a:srgbClr val="B77C5F"/>
          </a:solidFill>
          <a:ln w="0">
            <a:noFill/>
          </a:ln>
        </p:spPr>
      </p:sp>
      <p:sp>
        <p:nvSpPr>
          <p:cNvPr id="23" name="Growth circle: Document to Share"/>
          <p:cNvSpPr>
            <a:spLocks noGrp="1"/>
          </p:cNvSpPr>
          <p:nvPr/>
        </p:nvSpPr>
        <p:spPr>
          <a:xfrm>
            <a:off x="9994231" y="8368971"/>
            <a:ext cx="529166" cy="436534"/>
          </a:xfrm>
          <a:custGeom>
            <a:avLst/>
            <a:gdLst/>
            <a:ahLst/>
            <a:cxnLst/>
            <a:pathLst>
              <a:path w="529166" h="436534">
                <a:moveTo>
                  <a:pt x="484886" y="436534"/>
                </a:moveTo>
                <a:cubicBezTo>
                  <a:pt x="330686" y="364629"/>
                  <a:pt x="189572" y="267489"/>
                  <a:pt x="67359" y="149116"/>
                </a:cubicBezTo>
                <a:lnTo>
                  <a:pt x="24285" y="193588"/>
                </a:lnTo>
                <a:lnTo>
                  <a:pt x="0" y="0"/>
                </a:lnTo>
                <a:lnTo>
                  <a:pt x="183329" y="29385"/>
                </a:lnTo>
                <a:lnTo>
                  <a:pt x="140255" y="73856"/>
                </a:lnTo>
                <a:cubicBezTo>
                  <a:pt x="254091" y="184116"/>
                  <a:pt x="385534" y="274599"/>
                  <a:pt x="529166" y="341575"/>
                </a:cubicBezTo>
                <a:close/>
              </a:path>
            </a:pathLst>
          </a:custGeom>
          <a:solidFill>
            <a:srgbClr val="B77C5F"/>
          </a:solidFill>
          <a:ln w="0">
            <a:noFill/>
          </a:ln>
        </p:spPr>
      </p:sp>
      <p:sp>
        <p:nvSpPr>
          <p:cNvPr id="24" name="Cycle downward link"/>
          <p:cNvSpPr>
            <a:spLocks noGrp="1"/>
          </p:cNvSpPr>
          <p:nvPr/>
        </p:nvSpPr>
        <p:spPr>
          <a:xfrm>
            <a:off x="12586335" y="4451985"/>
            <a:ext cx="333375" cy="1837055"/>
          </a:xfrm>
          <a:custGeom>
            <a:avLst/>
            <a:gdLst/>
            <a:ahLst/>
            <a:cxnLst/>
            <a:pathLst>
              <a:path w="228359" h="1270741">
                <a:moveTo>
                  <a:pt x="25190" y="26881"/>
                </a:moveTo>
                <a:lnTo>
                  <a:pt x="29867" y="37497"/>
                </a:lnTo>
                <a:lnTo>
                  <a:pt x="34418" y="48013"/>
                </a:lnTo>
                <a:lnTo>
                  <a:pt x="38887" y="58527"/>
                </a:lnTo>
                <a:lnTo>
                  <a:pt x="43274" y="69039"/>
                </a:lnTo>
                <a:lnTo>
                  <a:pt x="47579" y="79550"/>
                </a:lnTo>
                <a:lnTo>
                  <a:pt x="51802" y="90059"/>
                </a:lnTo>
                <a:lnTo>
                  <a:pt x="55943" y="100566"/>
                </a:lnTo>
                <a:lnTo>
                  <a:pt x="60003" y="111071"/>
                </a:lnTo>
                <a:lnTo>
                  <a:pt x="63982" y="121574"/>
                </a:lnTo>
                <a:lnTo>
                  <a:pt x="67879" y="132074"/>
                </a:lnTo>
                <a:lnTo>
                  <a:pt x="71695" y="142573"/>
                </a:lnTo>
                <a:lnTo>
                  <a:pt x="75430" y="153069"/>
                </a:lnTo>
                <a:lnTo>
                  <a:pt x="79083" y="163563"/>
                </a:lnTo>
                <a:lnTo>
                  <a:pt x="82656" y="174054"/>
                </a:lnTo>
                <a:lnTo>
                  <a:pt x="86149" y="184542"/>
                </a:lnTo>
                <a:lnTo>
                  <a:pt x="89561" y="195028"/>
                </a:lnTo>
                <a:lnTo>
                  <a:pt x="92892" y="205512"/>
                </a:lnTo>
                <a:lnTo>
                  <a:pt x="96143" y="215992"/>
                </a:lnTo>
                <a:lnTo>
                  <a:pt x="99313" y="226469"/>
                </a:lnTo>
                <a:lnTo>
                  <a:pt x="102404" y="236944"/>
                </a:lnTo>
                <a:lnTo>
                  <a:pt x="105415" y="247415"/>
                </a:lnTo>
                <a:lnTo>
                  <a:pt x="108345" y="257884"/>
                </a:lnTo>
                <a:lnTo>
                  <a:pt x="111196" y="268349"/>
                </a:lnTo>
                <a:lnTo>
                  <a:pt x="113968" y="278810"/>
                </a:lnTo>
                <a:lnTo>
                  <a:pt x="116659" y="289269"/>
                </a:lnTo>
                <a:lnTo>
                  <a:pt x="119272" y="299724"/>
                </a:lnTo>
                <a:lnTo>
                  <a:pt x="121805" y="310175"/>
                </a:lnTo>
                <a:lnTo>
                  <a:pt x="124259" y="320623"/>
                </a:lnTo>
                <a:lnTo>
                  <a:pt x="126634" y="331067"/>
                </a:lnTo>
                <a:lnTo>
                  <a:pt x="128930" y="341507"/>
                </a:lnTo>
                <a:lnTo>
                  <a:pt x="131147" y="351943"/>
                </a:lnTo>
                <a:lnTo>
                  <a:pt x="133285" y="362376"/>
                </a:lnTo>
                <a:lnTo>
                  <a:pt x="135345" y="372805"/>
                </a:lnTo>
                <a:lnTo>
                  <a:pt x="137327" y="383229"/>
                </a:lnTo>
                <a:lnTo>
                  <a:pt x="139230" y="393650"/>
                </a:lnTo>
                <a:lnTo>
                  <a:pt x="141055" y="404066"/>
                </a:lnTo>
                <a:lnTo>
                  <a:pt x="142801" y="414478"/>
                </a:lnTo>
                <a:lnTo>
                  <a:pt x="144470" y="424885"/>
                </a:lnTo>
                <a:lnTo>
                  <a:pt x="146061" y="435289"/>
                </a:lnTo>
                <a:lnTo>
                  <a:pt x="147574" y="445687"/>
                </a:lnTo>
                <a:lnTo>
                  <a:pt x="149009" y="456082"/>
                </a:lnTo>
                <a:lnTo>
                  <a:pt x="150367" y="466471"/>
                </a:lnTo>
                <a:lnTo>
                  <a:pt x="151647" y="476856"/>
                </a:lnTo>
                <a:lnTo>
                  <a:pt x="152850" y="487236"/>
                </a:lnTo>
                <a:lnTo>
                  <a:pt x="153976" y="497612"/>
                </a:lnTo>
                <a:lnTo>
                  <a:pt x="155024" y="507982"/>
                </a:lnTo>
                <a:lnTo>
                  <a:pt x="155996" y="518348"/>
                </a:lnTo>
                <a:lnTo>
                  <a:pt x="156890" y="528708"/>
                </a:lnTo>
                <a:lnTo>
                  <a:pt x="157708" y="539063"/>
                </a:lnTo>
                <a:lnTo>
                  <a:pt x="158449" y="549414"/>
                </a:lnTo>
                <a:lnTo>
                  <a:pt x="159114" y="559759"/>
                </a:lnTo>
                <a:lnTo>
                  <a:pt x="159702" y="570098"/>
                </a:lnTo>
                <a:lnTo>
                  <a:pt x="160213" y="580433"/>
                </a:lnTo>
                <a:lnTo>
                  <a:pt x="160649" y="590762"/>
                </a:lnTo>
                <a:lnTo>
                  <a:pt x="161008" y="601085"/>
                </a:lnTo>
                <a:lnTo>
                  <a:pt x="161291" y="611403"/>
                </a:lnTo>
                <a:lnTo>
                  <a:pt x="161498" y="621715"/>
                </a:lnTo>
                <a:lnTo>
                  <a:pt x="161629" y="632022"/>
                </a:lnTo>
                <a:lnTo>
                  <a:pt x="161684" y="642323"/>
                </a:lnTo>
                <a:lnTo>
                  <a:pt x="161664" y="652618"/>
                </a:lnTo>
                <a:lnTo>
                  <a:pt x="161568" y="662907"/>
                </a:lnTo>
                <a:lnTo>
                  <a:pt x="161397" y="673190"/>
                </a:lnTo>
                <a:lnTo>
                  <a:pt x="161150" y="683467"/>
                </a:lnTo>
                <a:lnTo>
                  <a:pt x="160828" y="693738"/>
                </a:lnTo>
                <a:lnTo>
                  <a:pt x="160430" y="704003"/>
                </a:lnTo>
                <a:lnTo>
                  <a:pt x="159958" y="714262"/>
                </a:lnTo>
                <a:lnTo>
                  <a:pt x="159410" y="724514"/>
                </a:lnTo>
                <a:lnTo>
                  <a:pt x="158788" y="734760"/>
                </a:lnTo>
                <a:lnTo>
                  <a:pt x="158091" y="745000"/>
                </a:lnTo>
                <a:lnTo>
                  <a:pt x="157319" y="755233"/>
                </a:lnTo>
                <a:lnTo>
                  <a:pt x="156472" y="765460"/>
                </a:lnTo>
                <a:lnTo>
                  <a:pt x="155551" y="775680"/>
                </a:lnTo>
                <a:lnTo>
                  <a:pt x="154556" y="785893"/>
                </a:lnTo>
                <a:lnTo>
                  <a:pt x="153486" y="796100"/>
                </a:lnTo>
                <a:lnTo>
                  <a:pt x="152341" y="806299"/>
                </a:lnTo>
                <a:lnTo>
                  <a:pt x="151123" y="816492"/>
                </a:lnTo>
                <a:lnTo>
                  <a:pt x="149830" y="826678"/>
                </a:lnTo>
                <a:lnTo>
                  <a:pt x="148464" y="836856"/>
                </a:lnTo>
                <a:lnTo>
                  <a:pt x="147023" y="847028"/>
                </a:lnTo>
                <a:lnTo>
                  <a:pt x="145509" y="857193"/>
                </a:lnTo>
                <a:lnTo>
                  <a:pt x="143921" y="867350"/>
                </a:lnTo>
                <a:lnTo>
                  <a:pt x="142259" y="877500"/>
                </a:lnTo>
                <a:lnTo>
                  <a:pt x="140523" y="887642"/>
                </a:lnTo>
                <a:lnTo>
                  <a:pt x="138715" y="897777"/>
                </a:lnTo>
                <a:lnTo>
                  <a:pt x="136832" y="907904"/>
                </a:lnTo>
                <a:lnTo>
                  <a:pt x="134877" y="918024"/>
                </a:lnTo>
                <a:lnTo>
                  <a:pt x="132848" y="928136"/>
                </a:lnTo>
                <a:lnTo>
                  <a:pt x="130745" y="938241"/>
                </a:lnTo>
                <a:lnTo>
                  <a:pt x="128570" y="948337"/>
                </a:lnTo>
                <a:lnTo>
                  <a:pt x="126322" y="958426"/>
                </a:lnTo>
                <a:lnTo>
                  <a:pt x="124001" y="968506"/>
                </a:lnTo>
                <a:lnTo>
                  <a:pt x="121607" y="978579"/>
                </a:lnTo>
                <a:lnTo>
                  <a:pt x="119140" y="988643"/>
                </a:lnTo>
                <a:lnTo>
                  <a:pt x="116601" y="998699"/>
                </a:lnTo>
                <a:lnTo>
                  <a:pt x="113989" y="1008747"/>
                </a:lnTo>
                <a:lnTo>
                  <a:pt x="111304" y="1018787"/>
                </a:lnTo>
                <a:lnTo>
                  <a:pt x="108547" y="1028818"/>
                </a:lnTo>
                <a:lnTo>
                  <a:pt x="105718" y="1038840"/>
                </a:lnTo>
                <a:lnTo>
                  <a:pt x="102816" y="1048854"/>
                </a:lnTo>
                <a:lnTo>
                  <a:pt x="99842" y="1058859"/>
                </a:lnTo>
                <a:lnTo>
                  <a:pt x="96797" y="1068855"/>
                </a:lnTo>
                <a:lnTo>
                  <a:pt x="93679" y="1078842"/>
                </a:lnTo>
                <a:lnTo>
                  <a:pt x="90489" y="1088821"/>
                </a:lnTo>
                <a:lnTo>
                  <a:pt x="87227" y="1098790"/>
                </a:lnTo>
                <a:lnTo>
                  <a:pt x="83893" y="1108750"/>
                </a:lnTo>
                <a:lnTo>
                  <a:pt x="80488" y="1118702"/>
                </a:lnTo>
                <a:lnTo>
                  <a:pt x="77011" y="1128643"/>
                </a:lnTo>
                <a:lnTo>
                  <a:pt x="73462" y="1138576"/>
                </a:lnTo>
                <a:lnTo>
                  <a:pt x="69842" y="1148499"/>
                </a:lnTo>
                <a:lnTo>
                  <a:pt x="66150" y="1158412"/>
                </a:lnTo>
                <a:lnTo>
                  <a:pt x="0" y="1133529"/>
                </a:lnTo>
                <a:lnTo>
                  <a:pt x="55698" y="1270741"/>
                </a:lnTo>
                <a:lnTo>
                  <a:pt x="194706" y="1206770"/>
                </a:lnTo>
                <a:lnTo>
                  <a:pt x="128556" y="1181887"/>
                </a:lnTo>
                <a:lnTo>
                  <a:pt x="132402" y="1171558"/>
                </a:lnTo>
                <a:lnTo>
                  <a:pt x="136175" y="1161218"/>
                </a:lnTo>
                <a:lnTo>
                  <a:pt x="139873" y="1150866"/>
                </a:lnTo>
                <a:lnTo>
                  <a:pt x="143498" y="1140502"/>
                </a:lnTo>
                <a:lnTo>
                  <a:pt x="147049" y="1130126"/>
                </a:lnTo>
                <a:lnTo>
                  <a:pt x="150525" y="1119738"/>
                </a:lnTo>
                <a:lnTo>
                  <a:pt x="153928" y="1109339"/>
                </a:lnTo>
                <a:lnTo>
                  <a:pt x="157256" y="1098929"/>
                </a:lnTo>
                <a:lnTo>
                  <a:pt x="160509" y="1088507"/>
                </a:lnTo>
                <a:lnTo>
                  <a:pt x="163688" y="1078074"/>
                </a:lnTo>
                <a:lnTo>
                  <a:pt x="166793" y="1067631"/>
                </a:lnTo>
                <a:lnTo>
                  <a:pt x="169822" y="1057176"/>
                </a:lnTo>
                <a:lnTo>
                  <a:pt x="172777" y="1046710"/>
                </a:lnTo>
                <a:lnTo>
                  <a:pt x="175656" y="1036234"/>
                </a:lnTo>
                <a:lnTo>
                  <a:pt x="178460" y="1025747"/>
                </a:lnTo>
                <a:lnTo>
                  <a:pt x="181189" y="1015249"/>
                </a:lnTo>
                <a:lnTo>
                  <a:pt x="183843" y="1004742"/>
                </a:lnTo>
                <a:lnTo>
                  <a:pt x="186421" y="994224"/>
                </a:lnTo>
                <a:lnTo>
                  <a:pt x="188923" y="983696"/>
                </a:lnTo>
                <a:lnTo>
                  <a:pt x="191349" y="973158"/>
                </a:lnTo>
                <a:lnTo>
                  <a:pt x="193700" y="962610"/>
                </a:lnTo>
                <a:lnTo>
                  <a:pt x="195974" y="952052"/>
                </a:lnTo>
                <a:lnTo>
                  <a:pt x="198173" y="941485"/>
                </a:lnTo>
                <a:lnTo>
                  <a:pt x="200295" y="930908"/>
                </a:lnTo>
                <a:lnTo>
                  <a:pt x="202341" y="920322"/>
                </a:lnTo>
                <a:lnTo>
                  <a:pt x="204310" y="909727"/>
                </a:lnTo>
                <a:lnTo>
                  <a:pt x="206203" y="899122"/>
                </a:lnTo>
                <a:lnTo>
                  <a:pt x="208019" y="888509"/>
                </a:lnTo>
                <a:lnTo>
                  <a:pt x="209758" y="877886"/>
                </a:lnTo>
                <a:lnTo>
                  <a:pt x="211420" y="867255"/>
                </a:lnTo>
                <a:lnTo>
                  <a:pt x="213005" y="856616"/>
                </a:lnTo>
                <a:lnTo>
                  <a:pt x="214513" y="845967"/>
                </a:lnTo>
                <a:lnTo>
                  <a:pt x="215944" y="835311"/>
                </a:lnTo>
                <a:lnTo>
                  <a:pt x="217297" y="824646"/>
                </a:lnTo>
                <a:lnTo>
                  <a:pt x="218573" y="813973"/>
                </a:lnTo>
                <a:lnTo>
                  <a:pt x="219772" y="803292"/>
                </a:lnTo>
                <a:lnTo>
                  <a:pt x="220892" y="792603"/>
                </a:lnTo>
                <a:lnTo>
                  <a:pt x="221935" y="781907"/>
                </a:lnTo>
                <a:lnTo>
                  <a:pt x="222900" y="771203"/>
                </a:lnTo>
                <a:lnTo>
                  <a:pt x="223786" y="760491"/>
                </a:lnTo>
                <a:lnTo>
                  <a:pt x="224595" y="749772"/>
                </a:lnTo>
                <a:lnTo>
                  <a:pt x="225325" y="739046"/>
                </a:lnTo>
                <a:lnTo>
                  <a:pt x="225977" y="728313"/>
                </a:lnTo>
                <a:lnTo>
                  <a:pt x="226551" y="717573"/>
                </a:lnTo>
                <a:lnTo>
                  <a:pt x="227046" y="706826"/>
                </a:lnTo>
                <a:lnTo>
                  <a:pt x="227462" y="696073"/>
                </a:lnTo>
                <a:lnTo>
                  <a:pt x="227799" y="685313"/>
                </a:lnTo>
                <a:lnTo>
                  <a:pt x="228058" y="674546"/>
                </a:lnTo>
                <a:lnTo>
                  <a:pt x="228237" y="663773"/>
                </a:lnTo>
                <a:lnTo>
                  <a:pt x="228338" y="652994"/>
                </a:lnTo>
                <a:lnTo>
                  <a:pt x="228359" y="642210"/>
                </a:lnTo>
                <a:lnTo>
                  <a:pt x="228301" y="631419"/>
                </a:lnTo>
                <a:lnTo>
                  <a:pt x="228164" y="620622"/>
                </a:lnTo>
                <a:lnTo>
                  <a:pt x="227947" y="609820"/>
                </a:lnTo>
                <a:lnTo>
                  <a:pt x="227650" y="599012"/>
                </a:lnTo>
                <a:lnTo>
                  <a:pt x="227274" y="588199"/>
                </a:lnTo>
                <a:lnTo>
                  <a:pt x="226818" y="577381"/>
                </a:lnTo>
                <a:lnTo>
                  <a:pt x="226283" y="566557"/>
                </a:lnTo>
                <a:lnTo>
                  <a:pt x="225667" y="555729"/>
                </a:lnTo>
                <a:lnTo>
                  <a:pt x="224971" y="544896"/>
                </a:lnTo>
                <a:lnTo>
                  <a:pt x="224195" y="534058"/>
                </a:lnTo>
                <a:lnTo>
                  <a:pt x="223339" y="523215"/>
                </a:lnTo>
                <a:lnTo>
                  <a:pt x="222402" y="512369"/>
                </a:lnTo>
                <a:lnTo>
                  <a:pt x="221385" y="501517"/>
                </a:lnTo>
                <a:lnTo>
                  <a:pt x="220288" y="490662"/>
                </a:lnTo>
                <a:lnTo>
                  <a:pt x="219109" y="479803"/>
                </a:lnTo>
                <a:lnTo>
                  <a:pt x="217850" y="468939"/>
                </a:lnTo>
                <a:lnTo>
                  <a:pt x="216511" y="458072"/>
                </a:lnTo>
                <a:lnTo>
                  <a:pt x="215090" y="447201"/>
                </a:lnTo>
                <a:lnTo>
                  <a:pt x="213588" y="436327"/>
                </a:lnTo>
                <a:lnTo>
                  <a:pt x="212006" y="425449"/>
                </a:lnTo>
                <a:lnTo>
                  <a:pt x="210342" y="414568"/>
                </a:lnTo>
                <a:lnTo>
                  <a:pt x="208597" y="403684"/>
                </a:lnTo>
                <a:lnTo>
                  <a:pt x="206770" y="392797"/>
                </a:lnTo>
                <a:lnTo>
                  <a:pt x="204863" y="381907"/>
                </a:lnTo>
                <a:lnTo>
                  <a:pt x="202873" y="371015"/>
                </a:lnTo>
                <a:lnTo>
                  <a:pt x="200802" y="360119"/>
                </a:lnTo>
                <a:lnTo>
                  <a:pt x="198650" y="349221"/>
                </a:lnTo>
                <a:lnTo>
                  <a:pt x="196416" y="338321"/>
                </a:lnTo>
                <a:lnTo>
                  <a:pt x="194099" y="327419"/>
                </a:lnTo>
                <a:lnTo>
                  <a:pt x="191701" y="316514"/>
                </a:lnTo>
                <a:lnTo>
                  <a:pt x="189221" y="305607"/>
                </a:lnTo>
                <a:lnTo>
                  <a:pt x="186659" y="294699"/>
                </a:lnTo>
                <a:lnTo>
                  <a:pt x="184015" y="283789"/>
                </a:lnTo>
                <a:lnTo>
                  <a:pt x="181288" y="272877"/>
                </a:lnTo>
                <a:lnTo>
                  <a:pt x="178479" y="261964"/>
                </a:lnTo>
                <a:lnTo>
                  <a:pt x="175588" y="251049"/>
                </a:lnTo>
                <a:lnTo>
                  <a:pt x="172614" y="240133"/>
                </a:lnTo>
                <a:lnTo>
                  <a:pt x="169558" y="229216"/>
                </a:lnTo>
                <a:lnTo>
                  <a:pt x="166419" y="218298"/>
                </a:lnTo>
                <a:lnTo>
                  <a:pt x="163197" y="207379"/>
                </a:lnTo>
                <a:lnTo>
                  <a:pt x="159892" y="196459"/>
                </a:lnTo>
                <a:lnTo>
                  <a:pt x="156505" y="185538"/>
                </a:lnTo>
                <a:lnTo>
                  <a:pt x="153034" y="174617"/>
                </a:lnTo>
                <a:lnTo>
                  <a:pt x="149481" y="163696"/>
                </a:lnTo>
                <a:lnTo>
                  <a:pt x="145844" y="152774"/>
                </a:lnTo>
                <a:lnTo>
                  <a:pt x="142125" y="141852"/>
                </a:lnTo>
                <a:lnTo>
                  <a:pt x="138322" y="130930"/>
                </a:lnTo>
                <a:lnTo>
                  <a:pt x="134435" y="120008"/>
                </a:lnTo>
                <a:lnTo>
                  <a:pt x="130465" y="109086"/>
                </a:lnTo>
                <a:lnTo>
                  <a:pt x="126412" y="98165"/>
                </a:lnTo>
                <a:lnTo>
                  <a:pt x="122275" y="87243"/>
                </a:lnTo>
                <a:lnTo>
                  <a:pt x="118055" y="76323"/>
                </a:lnTo>
                <a:lnTo>
                  <a:pt x="113750" y="65403"/>
                </a:lnTo>
                <a:lnTo>
                  <a:pt x="109362" y="54483"/>
                </a:lnTo>
                <a:lnTo>
                  <a:pt x="104890" y="43565"/>
                </a:lnTo>
                <a:lnTo>
                  <a:pt x="100334" y="32647"/>
                </a:lnTo>
                <a:lnTo>
                  <a:pt x="95694" y="21730"/>
                </a:lnTo>
                <a:lnTo>
                  <a:pt x="90970" y="10815"/>
                </a:lnTo>
                <a:lnTo>
                  <a:pt x="86206" y="0"/>
                </a:lnTo>
                <a:close/>
              </a:path>
            </a:pathLst>
          </a:custGeom>
          <a:solidFill>
            <a:srgbClr val="8D9981"/>
          </a:solidFill>
          <a:ln w="0">
            <a:noFill/>
          </a:ln>
        </p:spPr>
        <p:txBody>
          <a:bodyPr/>
          <a:p>
            <a:endParaRPr lang="zh-CN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5" name="Cycle upward link"/>
          <p:cNvSpPr>
            <a:spLocks noGrp="1"/>
          </p:cNvSpPr>
          <p:nvPr/>
        </p:nvSpPr>
        <p:spPr>
          <a:xfrm>
            <a:off x="12793980" y="4145280"/>
            <a:ext cx="372745" cy="2364105"/>
          </a:xfrm>
          <a:custGeom>
            <a:avLst/>
            <a:gdLst/>
            <a:ahLst/>
            <a:cxnLst/>
            <a:pathLst>
              <a:path w="214067" h="1429037">
                <a:moveTo>
                  <a:pt x="86384" y="1429037"/>
                </a:moveTo>
                <a:lnTo>
                  <a:pt x="90653" y="1415173"/>
                </a:lnTo>
                <a:lnTo>
                  <a:pt x="94869" y="1401270"/>
                </a:lnTo>
                <a:lnTo>
                  <a:pt x="99009" y="1387398"/>
                </a:lnTo>
                <a:lnTo>
                  <a:pt x="103073" y="1373557"/>
                </a:lnTo>
                <a:lnTo>
                  <a:pt x="107063" y="1359747"/>
                </a:lnTo>
                <a:lnTo>
                  <a:pt x="110977" y="1345968"/>
                </a:lnTo>
                <a:lnTo>
                  <a:pt x="114816" y="1332220"/>
                </a:lnTo>
                <a:lnTo>
                  <a:pt x="118580" y="1318504"/>
                </a:lnTo>
                <a:lnTo>
                  <a:pt x="122269" y="1304818"/>
                </a:lnTo>
                <a:lnTo>
                  <a:pt x="125884" y="1291163"/>
                </a:lnTo>
                <a:lnTo>
                  <a:pt x="129424" y="1277540"/>
                </a:lnTo>
                <a:lnTo>
                  <a:pt x="132889" y="1263948"/>
                </a:lnTo>
                <a:lnTo>
                  <a:pt x="136281" y="1250387"/>
                </a:lnTo>
                <a:lnTo>
                  <a:pt x="139598" y="1236857"/>
                </a:lnTo>
                <a:lnTo>
                  <a:pt x="142841" y="1223359"/>
                </a:lnTo>
                <a:lnTo>
                  <a:pt x="146010" y="1209892"/>
                </a:lnTo>
                <a:lnTo>
                  <a:pt x="149105" y="1196456"/>
                </a:lnTo>
                <a:lnTo>
                  <a:pt x="152127" y="1183052"/>
                </a:lnTo>
                <a:lnTo>
                  <a:pt x="155075" y="1169679"/>
                </a:lnTo>
                <a:lnTo>
                  <a:pt x="157949" y="1156338"/>
                </a:lnTo>
                <a:lnTo>
                  <a:pt x="160750" y="1143028"/>
                </a:lnTo>
                <a:lnTo>
                  <a:pt x="163478" y="1129750"/>
                </a:lnTo>
                <a:lnTo>
                  <a:pt x="166133" y="1116503"/>
                </a:lnTo>
                <a:lnTo>
                  <a:pt x="168715" y="1103288"/>
                </a:lnTo>
                <a:lnTo>
                  <a:pt x="171224" y="1090104"/>
                </a:lnTo>
                <a:lnTo>
                  <a:pt x="173660" y="1076952"/>
                </a:lnTo>
                <a:lnTo>
                  <a:pt x="176024" y="1063832"/>
                </a:lnTo>
                <a:lnTo>
                  <a:pt x="178315" y="1050744"/>
                </a:lnTo>
                <a:lnTo>
                  <a:pt x="180534" y="1037687"/>
                </a:lnTo>
                <a:lnTo>
                  <a:pt x="182680" y="1024662"/>
                </a:lnTo>
                <a:lnTo>
                  <a:pt x="184754" y="1011669"/>
                </a:lnTo>
                <a:lnTo>
                  <a:pt x="186757" y="998708"/>
                </a:lnTo>
                <a:lnTo>
                  <a:pt x="188687" y="985779"/>
                </a:lnTo>
                <a:lnTo>
                  <a:pt x="190546" y="972882"/>
                </a:lnTo>
                <a:lnTo>
                  <a:pt x="192333" y="960016"/>
                </a:lnTo>
                <a:lnTo>
                  <a:pt x="194048" y="947183"/>
                </a:lnTo>
                <a:lnTo>
                  <a:pt x="195692" y="934382"/>
                </a:lnTo>
                <a:lnTo>
                  <a:pt x="197265" y="921613"/>
                </a:lnTo>
                <a:lnTo>
                  <a:pt x="198766" y="908876"/>
                </a:lnTo>
                <a:lnTo>
                  <a:pt x="200197" y="896171"/>
                </a:lnTo>
                <a:lnTo>
                  <a:pt x="201556" y="883498"/>
                </a:lnTo>
                <a:lnTo>
                  <a:pt x="202845" y="870858"/>
                </a:lnTo>
                <a:lnTo>
                  <a:pt x="204063" y="858250"/>
                </a:lnTo>
                <a:lnTo>
                  <a:pt x="205210" y="845674"/>
                </a:lnTo>
                <a:lnTo>
                  <a:pt x="206287" y="833131"/>
                </a:lnTo>
                <a:lnTo>
                  <a:pt x="207294" y="820620"/>
                </a:lnTo>
                <a:lnTo>
                  <a:pt x="208230" y="808141"/>
                </a:lnTo>
                <a:lnTo>
                  <a:pt x="209096" y="795695"/>
                </a:lnTo>
                <a:lnTo>
                  <a:pt x="209893" y="783282"/>
                </a:lnTo>
                <a:lnTo>
                  <a:pt x="210619" y="770901"/>
                </a:lnTo>
                <a:lnTo>
                  <a:pt x="211276" y="758552"/>
                </a:lnTo>
                <a:lnTo>
                  <a:pt x="211863" y="746236"/>
                </a:lnTo>
                <a:lnTo>
                  <a:pt x="212380" y="733953"/>
                </a:lnTo>
                <a:lnTo>
                  <a:pt x="212828" y="721703"/>
                </a:lnTo>
                <a:lnTo>
                  <a:pt x="213207" y="709485"/>
                </a:lnTo>
                <a:lnTo>
                  <a:pt x="213517" y="697301"/>
                </a:lnTo>
                <a:lnTo>
                  <a:pt x="213758" y="685149"/>
                </a:lnTo>
                <a:lnTo>
                  <a:pt x="213929" y="673030"/>
                </a:lnTo>
                <a:lnTo>
                  <a:pt x="214032" y="660944"/>
                </a:lnTo>
                <a:lnTo>
                  <a:pt x="214067" y="648891"/>
                </a:lnTo>
                <a:lnTo>
                  <a:pt x="214032" y="636871"/>
                </a:lnTo>
                <a:lnTo>
                  <a:pt x="213930" y="624884"/>
                </a:lnTo>
                <a:lnTo>
                  <a:pt x="213759" y="612930"/>
                </a:lnTo>
                <a:lnTo>
                  <a:pt x="213519" y="601009"/>
                </a:lnTo>
                <a:lnTo>
                  <a:pt x="213212" y="589122"/>
                </a:lnTo>
                <a:lnTo>
                  <a:pt x="212837" y="577267"/>
                </a:lnTo>
                <a:lnTo>
                  <a:pt x="212394" y="565446"/>
                </a:lnTo>
                <a:lnTo>
                  <a:pt x="211883" y="553659"/>
                </a:lnTo>
                <a:lnTo>
                  <a:pt x="211305" y="541904"/>
                </a:lnTo>
                <a:lnTo>
                  <a:pt x="210659" y="530184"/>
                </a:lnTo>
                <a:lnTo>
                  <a:pt x="209946" y="518496"/>
                </a:lnTo>
                <a:lnTo>
                  <a:pt x="209166" y="506842"/>
                </a:lnTo>
                <a:lnTo>
                  <a:pt x="208318" y="495222"/>
                </a:lnTo>
                <a:lnTo>
                  <a:pt x="207404" y="483636"/>
                </a:lnTo>
                <a:lnTo>
                  <a:pt x="206423" y="472083"/>
                </a:lnTo>
                <a:lnTo>
                  <a:pt x="205375" y="460563"/>
                </a:lnTo>
                <a:lnTo>
                  <a:pt x="204260" y="449078"/>
                </a:lnTo>
                <a:lnTo>
                  <a:pt x="203079" y="437626"/>
                </a:lnTo>
                <a:lnTo>
                  <a:pt x="201831" y="426209"/>
                </a:lnTo>
                <a:lnTo>
                  <a:pt x="200518" y="414825"/>
                </a:lnTo>
                <a:lnTo>
                  <a:pt x="199138" y="403475"/>
                </a:lnTo>
                <a:lnTo>
                  <a:pt x="197692" y="392159"/>
                </a:lnTo>
                <a:lnTo>
                  <a:pt x="196180" y="380877"/>
                </a:lnTo>
                <a:lnTo>
                  <a:pt x="194603" y="369630"/>
                </a:lnTo>
                <a:lnTo>
                  <a:pt x="192960" y="358416"/>
                </a:lnTo>
                <a:lnTo>
                  <a:pt x="191251" y="347237"/>
                </a:lnTo>
                <a:lnTo>
                  <a:pt x="189477" y="336092"/>
                </a:lnTo>
                <a:lnTo>
                  <a:pt x="187638" y="324981"/>
                </a:lnTo>
                <a:lnTo>
                  <a:pt x="185734" y="313905"/>
                </a:lnTo>
                <a:lnTo>
                  <a:pt x="183765" y="302863"/>
                </a:lnTo>
                <a:lnTo>
                  <a:pt x="181731" y="291855"/>
                </a:lnTo>
                <a:lnTo>
                  <a:pt x="179632" y="280882"/>
                </a:lnTo>
                <a:lnTo>
                  <a:pt x="177468" y="269944"/>
                </a:lnTo>
                <a:lnTo>
                  <a:pt x="175240" y="259040"/>
                </a:lnTo>
                <a:lnTo>
                  <a:pt x="172948" y="248171"/>
                </a:lnTo>
                <a:lnTo>
                  <a:pt x="170591" y="237337"/>
                </a:lnTo>
                <a:lnTo>
                  <a:pt x="168171" y="226538"/>
                </a:lnTo>
                <a:lnTo>
                  <a:pt x="165686" y="215773"/>
                </a:lnTo>
                <a:lnTo>
                  <a:pt x="163137" y="205044"/>
                </a:lnTo>
                <a:lnTo>
                  <a:pt x="160525" y="194349"/>
                </a:lnTo>
                <a:lnTo>
                  <a:pt x="157850" y="183689"/>
                </a:lnTo>
                <a:lnTo>
                  <a:pt x="155110" y="173065"/>
                </a:lnTo>
                <a:lnTo>
                  <a:pt x="152308" y="162475"/>
                </a:lnTo>
                <a:lnTo>
                  <a:pt x="149442" y="151921"/>
                </a:lnTo>
                <a:lnTo>
                  <a:pt x="146513" y="141402"/>
                </a:lnTo>
                <a:lnTo>
                  <a:pt x="143521" y="130918"/>
                </a:lnTo>
                <a:lnTo>
                  <a:pt x="140467" y="120469"/>
                </a:lnTo>
                <a:lnTo>
                  <a:pt x="137350" y="110056"/>
                </a:lnTo>
                <a:lnTo>
                  <a:pt x="134170" y="99679"/>
                </a:lnTo>
                <a:lnTo>
                  <a:pt x="130928" y="89336"/>
                </a:lnTo>
                <a:lnTo>
                  <a:pt x="198298" y="67977"/>
                </a:lnTo>
                <a:lnTo>
                  <a:pt x="64048" y="0"/>
                </a:lnTo>
                <a:lnTo>
                  <a:pt x="0" y="130846"/>
                </a:lnTo>
                <a:lnTo>
                  <a:pt x="67371" y="109487"/>
                </a:lnTo>
                <a:lnTo>
                  <a:pt x="70484" y="119417"/>
                </a:lnTo>
                <a:lnTo>
                  <a:pt x="73537" y="129383"/>
                </a:lnTo>
                <a:lnTo>
                  <a:pt x="76531" y="139384"/>
                </a:lnTo>
                <a:lnTo>
                  <a:pt x="79465" y="149420"/>
                </a:lnTo>
                <a:lnTo>
                  <a:pt x="82339" y="159492"/>
                </a:lnTo>
                <a:lnTo>
                  <a:pt x="85153" y="169598"/>
                </a:lnTo>
                <a:lnTo>
                  <a:pt x="87907" y="179740"/>
                </a:lnTo>
                <a:lnTo>
                  <a:pt x="90600" y="189917"/>
                </a:lnTo>
                <a:lnTo>
                  <a:pt x="93233" y="200128"/>
                </a:lnTo>
                <a:lnTo>
                  <a:pt x="95805" y="210375"/>
                </a:lnTo>
                <a:lnTo>
                  <a:pt x="98317" y="220658"/>
                </a:lnTo>
                <a:lnTo>
                  <a:pt x="100767" y="230975"/>
                </a:lnTo>
                <a:lnTo>
                  <a:pt x="103157" y="241327"/>
                </a:lnTo>
                <a:lnTo>
                  <a:pt x="105485" y="251714"/>
                </a:lnTo>
                <a:lnTo>
                  <a:pt x="107752" y="262137"/>
                </a:lnTo>
                <a:lnTo>
                  <a:pt x="109957" y="272594"/>
                </a:lnTo>
                <a:lnTo>
                  <a:pt x="112101" y="283087"/>
                </a:lnTo>
                <a:lnTo>
                  <a:pt x="114184" y="293614"/>
                </a:lnTo>
                <a:lnTo>
                  <a:pt x="116204" y="304177"/>
                </a:lnTo>
                <a:lnTo>
                  <a:pt x="118162" y="314774"/>
                </a:lnTo>
                <a:lnTo>
                  <a:pt x="120058" y="325406"/>
                </a:lnTo>
                <a:lnTo>
                  <a:pt x="121892" y="336074"/>
                </a:lnTo>
                <a:lnTo>
                  <a:pt x="123664" y="346776"/>
                </a:lnTo>
                <a:lnTo>
                  <a:pt x="125373" y="357513"/>
                </a:lnTo>
                <a:lnTo>
                  <a:pt x="127019" y="368286"/>
                </a:lnTo>
                <a:lnTo>
                  <a:pt x="128603" y="379093"/>
                </a:lnTo>
                <a:lnTo>
                  <a:pt x="130123" y="389935"/>
                </a:lnTo>
                <a:lnTo>
                  <a:pt x="131581" y="400811"/>
                </a:lnTo>
                <a:lnTo>
                  <a:pt x="132975" y="411723"/>
                </a:lnTo>
                <a:lnTo>
                  <a:pt x="134306" y="422670"/>
                </a:lnTo>
                <a:lnTo>
                  <a:pt x="135573" y="433651"/>
                </a:lnTo>
                <a:lnTo>
                  <a:pt x="136777" y="444667"/>
                </a:lnTo>
                <a:lnTo>
                  <a:pt x="137916" y="455718"/>
                </a:lnTo>
                <a:lnTo>
                  <a:pt x="138992" y="466804"/>
                </a:lnTo>
                <a:lnTo>
                  <a:pt x="140004" y="477924"/>
                </a:lnTo>
                <a:lnTo>
                  <a:pt x="140951" y="489080"/>
                </a:lnTo>
                <a:lnTo>
                  <a:pt x="141835" y="500270"/>
                </a:lnTo>
                <a:lnTo>
                  <a:pt x="142653" y="511494"/>
                </a:lnTo>
                <a:lnTo>
                  <a:pt x="143407" y="522754"/>
                </a:lnTo>
                <a:lnTo>
                  <a:pt x="144096" y="534048"/>
                </a:lnTo>
                <a:lnTo>
                  <a:pt x="144720" y="545376"/>
                </a:lnTo>
                <a:lnTo>
                  <a:pt x="145279" y="556740"/>
                </a:lnTo>
                <a:lnTo>
                  <a:pt x="145773" y="568138"/>
                </a:lnTo>
                <a:lnTo>
                  <a:pt x="146202" y="579570"/>
                </a:lnTo>
                <a:lnTo>
                  <a:pt x="146565" y="591037"/>
                </a:lnTo>
                <a:lnTo>
                  <a:pt x="146862" y="602539"/>
                </a:lnTo>
                <a:lnTo>
                  <a:pt x="147093" y="614075"/>
                </a:lnTo>
                <a:lnTo>
                  <a:pt x="147259" y="625646"/>
                </a:lnTo>
                <a:lnTo>
                  <a:pt x="147358" y="637251"/>
                </a:lnTo>
                <a:lnTo>
                  <a:pt x="147392" y="648891"/>
                </a:lnTo>
                <a:lnTo>
                  <a:pt x="147358" y="660565"/>
                </a:lnTo>
                <a:lnTo>
                  <a:pt x="147259" y="672273"/>
                </a:lnTo>
                <a:lnTo>
                  <a:pt x="147092" y="684016"/>
                </a:lnTo>
                <a:lnTo>
                  <a:pt x="146859" y="695793"/>
                </a:lnTo>
                <a:lnTo>
                  <a:pt x="146559" y="707605"/>
                </a:lnTo>
                <a:lnTo>
                  <a:pt x="146191" y="719451"/>
                </a:lnTo>
                <a:lnTo>
                  <a:pt x="145757" y="731331"/>
                </a:lnTo>
                <a:lnTo>
                  <a:pt x="145255" y="743246"/>
                </a:lnTo>
                <a:lnTo>
                  <a:pt x="144685" y="755194"/>
                </a:lnTo>
                <a:lnTo>
                  <a:pt x="144048" y="767177"/>
                </a:lnTo>
                <a:lnTo>
                  <a:pt x="143343" y="779195"/>
                </a:lnTo>
                <a:lnTo>
                  <a:pt x="142570" y="791246"/>
                </a:lnTo>
                <a:lnTo>
                  <a:pt x="141729" y="803332"/>
                </a:lnTo>
                <a:lnTo>
                  <a:pt x="140819" y="815451"/>
                </a:lnTo>
                <a:lnTo>
                  <a:pt x="139842" y="827605"/>
                </a:lnTo>
                <a:lnTo>
                  <a:pt x="138795" y="839793"/>
                </a:lnTo>
                <a:lnTo>
                  <a:pt x="137680" y="852015"/>
                </a:lnTo>
                <a:lnTo>
                  <a:pt x="136496" y="864271"/>
                </a:lnTo>
                <a:lnTo>
                  <a:pt x="135243" y="876561"/>
                </a:lnTo>
                <a:lnTo>
                  <a:pt x="133921" y="888885"/>
                </a:lnTo>
                <a:lnTo>
                  <a:pt x="132530" y="901242"/>
                </a:lnTo>
                <a:lnTo>
                  <a:pt x="131069" y="913634"/>
                </a:lnTo>
                <a:lnTo>
                  <a:pt x="129539" y="926060"/>
                </a:lnTo>
                <a:lnTo>
                  <a:pt x="127938" y="938519"/>
                </a:lnTo>
                <a:lnTo>
                  <a:pt x="126268" y="951013"/>
                </a:lnTo>
                <a:lnTo>
                  <a:pt x="124528" y="963540"/>
                </a:lnTo>
                <a:lnTo>
                  <a:pt x="122718" y="976101"/>
                </a:lnTo>
                <a:lnTo>
                  <a:pt x="120838" y="988695"/>
                </a:lnTo>
                <a:lnTo>
                  <a:pt x="118887" y="1001323"/>
                </a:lnTo>
                <a:lnTo>
                  <a:pt x="116866" y="1013985"/>
                </a:lnTo>
                <a:lnTo>
                  <a:pt x="114773" y="1026681"/>
                </a:lnTo>
                <a:lnTo>
                  <a:pt x="112610" y="1039410"/>
                </a:lnTo>
                <a:lnTo>
                  <a:pt x="110376" y="1052173"/>
                </a:lnTo>
                <a:lnTo>
                  <a:pt x="108071" y="1064969"/>
                </a:lnTo>
                <a:lnTo>
                  <a:pt x="105694" y="1077799"/>
                </a:lnTo>
                <a:lnTo>
                  <a:pt x="103246" y="1090663"/>
                </a:lnTo>
                <a:lnTo>
                  <a:pt x="100727" y="1103559"/>
                </a:lnTo>
                <a:lnTo>
                  <a:pt x="98135" y="1116490"/>
                </a:lnTo>
                <a:lnTo>
                  <a:pt x="95472" y="1129453"/>
                </a:lnTo>
                <a:lnTo>
                  <a:pt x="92737" y="1142450"/>
                </a:lnTo>
                <a:lnTo>
                  <a:pt x="89929" y="1155481"/>
                </a:lnTo>
                <a:lnTo>
                  <a:pt x="87049" y="1168544"/>
                </a:lnTo>
                <a:lnTo>
                  <a:pt x="84097" y="1181641"/>
                </a:lnTo>
                <a:lnTo>
                  <a:pt x="81072" y="1194771"/>
                </a:lnTo>
                <a:lnTo>
                  <a:pt x="77975" y="1207934"/>
                </a:lnTo>
                <a:lnTo>
                  <a:pt x="74804" y="1221131"/>
                </a:lnTo>
                <a:lnTo>
                  <a:pt x="71561" y="1234360"/>
                </a:lnTo>
                <a:lnTo>
                  <a:pt x="68244" y="1247623"/>
                </a:lnTo>
                <a:lnTo>
                  <a:pt x="64854" y="1260919"/>
                </a:lnTo>
                <a:lnTo>
                  <a:pt x="61390" y="1274248"/>
                </a:lnTo>
                <a:lnTo>
                  <a:pt x="57853" y="1287609"/>
                </a:lnTo>
                <a:lnTo>
                  <a:pt x="54242" y="1301004"/>
                </a:lnTo>
                <a:lnTo>
                  <a:pt x="50558" y="1314432"/>
                </a:lnTo>
                <a:lnTo>
                  <a:pt x="46799" y="1327892"/>
                </a:lnTo>
                <a:lnTo>
                  <a:pt x="42966" y="1341385"/>
                </a:lnTo>
                <a:lnTo>
                  <a:pt x="39059" y="1354912"/>
                </a:lnTo>
                <a:lnTo>
                  <a:pt x="35077" y="1368471"/>
                </a:lnTo>
                <a:lnTo>
                  <a:pt x="31020" y="1382062"/>
                </a:lnTo>
                <a:lnTo>
                  <a:pt x="26889" y="1395687"/>
                </a:lnTo>
                <a:lnTo>
                  <a:pt x="22662" y="1409413"/>
                </a:lnTo>
                <a:close/>
              </a:path>
            </a:pathLst>
          </a:custGeom>
          <a:solidFill>
            <a:srgbClr val="D7A462"/>
          </a:solidFill>
          <a:ln w="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6" name="Accessible design feedback"/>
          <p:cNvSpPr>
            <a:spLocks noGrp="1"/>
          </p:cNvSpPr>
          <p:nvPr/>
        </p:nvSpPr>
        <p:spPr>
          <a:xfrm>
            <a:off x="7105650" y="2221865"/>
            <a:ext cx="2009775" cy="685165"/>
          </a:xfrm>
          <a:custGeom>
            <a:avLst/>
            <a:gdLst/>
            <a:ahLst/>
            <a:cxnLst/>
            <a:pathLst>
              <a:path w="2009775" h="609983">
                <a:moveTo>
                  <a:pt x="160441" y="478423"/>
                </a:moveTo>
                <a:lnTo>
                  <a:pt x="174334" y="464451"/>
                </a:lnTo>
                <a:lnTo>
                  <a:pt x="188385" y="450733"/>
                </a:lnTo>
                <a:lnTo>
                  <a:pt x="202592" y="437270"/>
                </a:lnTo>
                <a:lnTo>
                  <a:pt x="216951" y="424061"/>
                </a:lnTo>
                <a:lnTo>
                  <a:pt x="231461" y="411105"/>
                </a:lnTo>
                <a:lnTo>
                  <a:pt x="246117" y="398402"/>
                </a:lnTo>
                <a:lnTo>
                  <a:pt x="260917" y="385951"/>
                </a:lnTo>
                <a:lnTo>
                  <a:pt x="275857" y="373752"/>
                </a:lnTo>
                <a:lnTo>
                  <a:pt x="290936" y="361805"/>
                </a:lnTo>
                <a:lnTo>
                  <a:pt x="306150" y="350109"/>
                </a:lnTo>
                <a:lnTo>
                  <a:pt x="321495" y="338663"/>
                </a:lnTo>
                <a:lnTo>
                  <a:pt x="336970" y="327467"/>
                </a:lnTo>
                <a:lnTo>
                  <a:pt x="352570" y="316521"/>
                </a:lnTo>
                <a:lnTo>
                  <a:pt x="368294" y="305825"/>
                </a:lnTo>
                <a:lnTo>
                  <a:pt x="384138" y="295377"/>
                </a:lnTo>
                <a:lnTo>
                  <a:pt x="400099" y="285177"/>
                </a:lnTo>
                <a:lnTo>
                  <a:pt x="416174" y="275226"/>
                </a:lnTo>
                <a:lnTo>
                  <a:pt x="432360" y="265522"/>
                </a:lnTo>
                <a:lnTo>
                  <a:pt x="448655" y="256065"/>
                </a:lnTo>
                <a:lnTo>
                  <a:pt x="465054" y="246856"/>
                </a:lnTo>
                <a:lnTo>
                  <a:pt x="481556" y="237892"/>
                </a:lnTo>
                <a:lnTo>
                  <a:pt x="498157" y="229175"/>
                </a:lnTo>
                <a:lnTo>
                  <a:pt x="514855" y="220703"/>
                </a:lnTo>
                <a:lnTo>
                  <a:pt x="531645" y="212477"/>
                </a:lnTo>
                <a:lnTo>
                  <a:pt x="548526" y="204496"/>
                </a:lnTo>
                <a:lnTo>
                  <a:pt x="565493" y="196759"/>
                </a:lnTo>
                <a:lnTo>
                  <a:pt x="582545" y="189266"/>
                </a:lnTo>
                <a:lnTo>
                  <a:pt x="599678" y="182017"/>
                </a:lnTo>
                <a:lnTo>
                  <a:pt x="616889" y="175012"/>
                </a:lnTo>
                <a:lnTo>
                  <a:pt x="634175" y="168250"/>
                </a:lnTo>
                <a:lnTo>
                  <a:pt x="651532" y="161731"/>
                </a:lnTo>
                <a:lnTo>
                  <a:pt x="668959" y="155454"/>
                </a:lnTo>
                <a:lnTo>
                  <a:pt x="686452" y="149419"/>
                </a:lnTo>
                <a:lnTo>
                  <a:pt x="704007" y="143626"/>
                </a:lnTo>
                <a:lnTo>
                  <a:pt x="721622" y="138074"/>
                </a:lnTo>
                <a:lnTo>
                  <a:pt x="739293" y="132764"/>
                </a:lnTo>
                <a:lnTo>
                  <a:pt x="757018" y="127694"/>
                </a:lnTo>
                <a:lnTo>
                  <a:pt x="774794" y="122864"/>
                </a:lnTo>
                <a:lnTo>
                  <a:pt x="792616" y="118275"/>
                </a:lnTo>
                <a:lnTo>
                  <a:pt x="810483" y="113925"/>
                </a:lnTo>
                <a:lnTo>
                  <a:pt x="828392" y="109814"/>
                </a:lnTo>
                <a:lnTo>
                  <a:pt x="846338" y="105943"/>
                </a:lnTo>
                <a:lnTo>
                  <a:pt x="864319" y="102310"/>
                </a:lnTo>
                <a:lnTo>
                  <a:pt x="882332" y="98915"/>
                </a:lnTo>
                <a:lnTo>
                  <a:pt x="900374" y="95758"/>
                </a:lnTo>
                <a:lnTo>
                  <a:pt x="918441" y="92839"/>
                </a:lnTo>
                <a:lnTo>
                  <a:pt x="936531" y="90156"/>
                </a:lnTo>
                <a:lnTo>
                  <a:pt x="954640" y="87711"/>
                </a:lnTo>
                <a:lnTo>
                  <a:pt x="972765" y="85502"/>
                </a:lnTo>
                <a:lnTo>
                  <a:pt x="990903" y="83529"/>
                </a:lnTo>
                <a:lnTo>
                  <a:pt x="1009052" y="81792"/>
                </a:lnTo>
                <a:lnTo>
                  <a:pt x="1027207" y="80290"/>
                </a:lnTo>
                <a:lnTo>
                  <a:pt x="1045366" y="79023"/>
                </a:lnTo>
                <a:lnTo>
                  <a:pt x="1063525" y="77991"/>
                </a:lnTo>
                <a:lnTo>
                  <a:pt x="1081682" y="77193"/>
                </a:lnTo>
                <a:lnTo>
                  <a:pt x="1099833" y="76629"/>
                </a:lnTo>
                <a:lnTo>
                  <a:pt x="1117975" y="76298"/>
                </a:lnTo>
                <a:lnTo>
                  <a:pt x="1136105" y="76200"/>
                </a:lnTo>
                <a:lnTo>
                  <a:pt x="1154220" y="76335"/>
                </a:lnTo>
                <a:lnTo>
                  <a:pt x="1172316" y="76702"/>
                </a:lnTo>
                <a:lnTo>
                  <a:pt x="1190391" y="77301"/>
                </a:lnTo>
                <a:lnTo>
                  <a:pt x="1208442" y="78131"/>
                </a:lnTo>
                <a:lnTo>
                  <a:pt x="1226464" y="79192"/>
                </a:lnTo>
                <a:lnTo>
                  <a:pt x="1244456" y="80484"/>
                </a:lnTo>
                <a:lnTo>
                  <a:pt x="1262414" y="82006"/>
                </a:lnTo>
                <a:lnTo>
                  <a:pt x="1280334" y="83758"/>
                </a:lnTo>
                <a:lnTo>
                  <a:pt x="1298214" y="85740"/>
                </a:lnTo>
                <a:lnTo>
                  <a:pt x="1316051" y="87950"/>
                </a:lnTo>
                <a:lnTo>
                  <a:pt x="1333840" y="90389"/>
                </a:lnTo>
                <a:lnTo>
                  <a:pt x="1351580" y="93056"/>
                </a:lnTo>
                <a:lnTo>
                  <a:pt x="1369267" y="95950"/>
                </a:lnTo>
                <a:lnTo>
                  <a:pt x="1386898" y="99072"/>
                </a:lnTo>
                <a:lnTo>
                  <a:pt x="1404470" y="102420"/>
                </a:lnTo>
                <a:lnTo>
                  <a:pt x="1421979" y="105995"/>
                </a:lnTo>
                <a:lnTo>
                  <a:pt x="1439423" y="109795"/>
                </a:lnTo>
                <a:lnTo>
                  <a:pt x="1456798" y="113821"/>
                </a:lnTo>
                <a:lnTo>
                  <a:pt x="1474102" y="118072"/>
                </a:lnTo>
                <a:lnTo>
                  <a:pt x="1491330" y="122547"/>
                </a:lnTo>
                <a:lnTo>
                  <a:pt x="1508481" y="127247"/>
                </a:lnTo>
                <a:lnTo>
                  <a:pt x="1525550" y="132170"/>
                </a:lnTo>
                <a:lnTo>
                  <a:pt x="1542535" y="137316"/>
                </a:lnTo>
                <a:lnTo>
                  <a:pt x="1559433" y="142684"/>
                </a:lnTo>
                <a:lnTo>
                  <a:pt x="1576240" y="148275"/>
                </a:lnTo>
                <a:lnTo>
                  <a:pt x="1592954" y="154087"/>
                </a:lnTo>
                <a:lnTo>
                  <a:pt x="1609571" y="160121"/>
                </a:lnTo>
                <a:lnTo>
                  <a:pt x="1626088" y="166375"/>
                </a:lnTo>
                <a:lnTo>
                  <a:pt x="1642502" y="172850"/>
                </a:lnTo>
                <a:lnTo>
                  <a:pt x="1658811" y="179544"/>
                </a:lnTo>
                <a:lnTo>
                  <a:pt x="1675010" y="186458"/>
                </a:lnTo>
                <a:lnTo>
                  <a:pt x="1691098" y="193590"/>
                </a:lnTo>
                <a:lnTo>
                  <a:pt x="1707070" y="200941"/>
                </a:lnTo>
                <a:lnTo>
                  <a:pt x="1722924" y="208509"/>
                </a:lnTo>
                <a:lnTo>
                  <a:pt x="1738657" y="216295"/>
                </a:lnTo>
                <a:lnTo>
                  <a:pt x="1754265" y="224297"/>
                </a:lnTo>
                <a:lnTo>
                  <a:pt x="1769747" y="232517"/>
                </a:lnTo>
                <a:lnTo>
                  <a:pt x="1785098" y="240951"/>
                </a:lnTo>
                <a:lnTo>
                  <a:pt x="1800315" y="249602"/>
                </a:lnTo>
                <a:lnTo>
                  <a:pt x="1815396" y="258467"/>
                </a:lnTo>
                <a:lnTo>
                  <a:pt x="1830338" y="267547"/>
                </a:lnTo>
                <a:lnTo>
                  <a:pt x="1845138" y="276841"/>
                </a:lnTo>
                <a:lnTo>
                  <a:pt x="1804343" y="340749"/>
                </a:lnTo>
                <a:lnTo>
                  <a:pt x="2009775" y="352808"/>
                </a:lnTo>
                <a:lnTo>
                  <a:pt x="1926932" y="148702"/>
                </a:lnTo>
                <a:lnTo>
                  <a:pt x="1886138" y="212611"/>
                </a:lnTo>
                <a:lnTo>
                  <a:pt x="1870387" y="202720"/>
                </a:lnTo>
                <a:lnTo>
                  <a:pt x="1854491" y="193060"/>
                </a:lnTo>
                <a:lnTo>
                  <a:pt x="1838452" y="183632"/>
                </a:lnTo>
                <a:lnTo>
                  <a:pt x="1822274" y="174436"/>
                </a:lnTo>
                <a:lnTo>
                  <a:pt x="1805961" y="165472"/>
                </a:lnTo>
                <a:lnTo>
                  <a:pt x="1789514" y="156741"/>
                </a:lnTo>
                <a:lnTo>
                  <a:pt x="1772939" y="148242"/>
                </a:lnTo>
                <a:lnTo>
                  <a:pt x="1756237" y="139977"/>
                </a:lnTo>
                <a:lnTo>
                  <a:pt x="1739413" y="131945"/>
                </a:lnTo>
                <a:lnTo>
                  <a:pt x="1722468" y="124147"/>
                </a:lnTo>
                <a:lnTo>
                  <a:pt x="1705408" y="116583"/>
                </a:lnTo>
                <a:lnTo>
                  <a:pt x="1688234" y="109254"/>
                </a:lnTo>
                <a:lnTo>
                  <a:pt x="1670951" y="102159"/>
                </a:lnTo>
                <a:lnTo>
                  <a:pt x="1653560" y="95300"/>
                </a:lnTo>
                <a:lnTo>
                  <a:pt x="1636066" y="88676"/>
                </a:lnTo>
                <a:lnTo>
                  <a:pt x="1618472" y="82287"/>
                </a:lnTo>
                <a:lnTo>
                  <a:pt x="1600781" y="76135"/>
                </a:lnTo>
                <a:lnTo>
                  <a:pt x="1582995" y="70219"/>
                </a:lnTo>
                <a:lnTo>
                  <a:pt x="1565119" y="64539"/>
                </a:lnTo>
                <a:lnTo>
                  <a:pt x="1547156" y="59097"/>
                </a:lnTo>
                <a:lnTo>
                  <a:pt x="1529107" y="53891"/>
                </a:lnTo>
                <a:lnTo>
                  <a:pt x="1510978" y="48924"/>
                </a:lnTo>
                <a:lnTo>
                  <a:pt x="1492771" y="44194"/>
                </a:lnTo>
                <a:lnTo>
                  <a:pt x="1474488" y="39703"/>
                </a:lnTo>
                <a:lnTo>
                  <a:pt x="1456134" y="35450"/>
                </a:lnTo>
                <a:lnTo>
                  <a:pt x="1437711" y="31436"/>
                </a:lnTo>
                <a:lnTo>
                  <a:pt x="1419223" y="27662"/>
                </a:lnTo>
                <a:lnTo>
                  <a:pt x="1400673" y="24127"/>
                </a:lnTo>
                <a:lnTo>
                  <a:pt x="1382063" y="20832"/>
                </a:lnTo>
                <a:lnTo>
                  <a:pt x="1363397" y="17777"/>
                </a:lnTo>
                <a:lnTo>
                  <a:pt x="1344679" y="14963"/>
                </a:lnTo>
                <a:lnTo>
                  <a:pt x="1325911" y="12391"/>
                </a:lnTo>
                <a:lnTo>
                  <a:pt x="1307096" y="10059"/>
                </a:lnTo>
                <a:lnTo>
                  <a:pt x="1288237" y="7969"/>
                </a:lnTo>
                <a:lnTo>
                  <a:pt x="1269339" y="6122"/>
                </a:lnTo>
                <a:lnTo>
                  <a:pt x="1250403" y="4517"/>
                </a:lnTo>
                <a:lnTo>
                  <a:pt x="1231433" y="3155"/>
                </a:lnTo>
                <a:lnTo>
                  <a:pt x="1212432" y="2036"/>
                </a:lnTo>
                <a:lnTo>
                  <a:pt x="1193404" y="1160"/>
                </a:lnTo>
                <a:lnTo>
                  <a:pt x="1174350" y="529"/>
                </a:lnTo>
                <a:lnTo>
                  <a:pt x="1155276" y="142"/>
                </a:lnTo>
                <a:lnTo>
                  <a:pt x="1136183" y="0"/>
                </a:lnTo>
                <a:lnTo>
                  <a:pt x="1117074" y="103"/>
                </a:lnTo>
                <a:lnTo>
                  <a:pt x="1097954" y="452"/>
                </a:lnTo>
                <a:lnTo>
                  <a:pt x="1078824" y="1047"/>
                </a:lnTo>
                <a:lnTo>
                  <a:pt x="1059689" y="1888"/>
                </a:lnTo>
                <a:lnTo>
                  <a:pt x="1040551" y="2976"/>
                </a:lnTo>
                <a:lnTo>
                  <a:pt x="1021414" y="4311"/>
                </a:lnTo>
                <a:lnTo>
                  <a:pt x="1002280" y="5894"/>
                </a:lnTo>
                <a:lnTo>
                  <a:pt x="983153" y="7724"/>
                </a:lnTo>
                <a:lnTo>
                  <a:pt x="964036" y="9804"/>
                </a:lnTo>
                <a:lnTo>
                  <a:pt x="944931" y="12132"/>
                </a:lnTo>
                <a:lnTo>
                  <a:pt x="925844" y="14710"/>
                </a:lnTo>
                <a:lnTo>
                  <a:pt x="906775" y="17537"/>
                </a:lnTo>
                <a:lnTo>
                  <a:pt x="887729" y="20615"/>
                </a:lnTo>
                <a:lnTo>
                  <a:pt x="868708" y="23943"/>
                </a:lnTo>
                <a:lnTo>
                  <a:pt x="849717" y="27522"/>
                </a:lnTo>
                <a:lnTo>
                  <a:pt x="830757" y="31353"/>
                </a:lnTo>
                <a:lnTo>
                  <a:pt x="811833" y="35435"/>
                </a:lnTo>
                <a:lnTo>
                  <a:pt x="792947" y="39770"/>
                </a:lnTo>
                <a:lnTo>
                  <a:pt x="774102" y="44358"/>
                </a:lnTo>
                <a:lnTo>
                  <a:pt x="755302" y="49199"/>
                </a:lnTo>
                <a:lnTo>
                  <a:pt x="736550" y="54294"/>
                </a:lnTo>
                <a:lnTo>
                  <a:pt x="717850" y="59643"/>
                </a:lnTo>
                <a:lnTo>
                  <a:pt x="699203" y="65247"/>
                </a:lnTo>
                <a:lnTo>
                  <a:pt x="680614" y="71106"/>
                </a:lnTo>
                <a:lnTo>
                  <a:pt x="662086" y="77220"/>
                </a:lnTo>
                <a:lnTo>
                  <a:pt x="643622" y="83590"/>
                </a:lnTo>
                <a:lnTo>
                  <a:pt x="625224" y="90216"/>
                </a:lnTo>
                <a:lnTo>
                  <a:pt x="606898" y="97100"/>
                </a:lnTo>
                <a:lnTo>
                  <a:pt x="588644" y="104240"/>
                </a:lnTo>
                <a:lnTo>
                  <a:pt x="570468" y="111638"/>
                </a:lnTo>
                <a:lnTo>
                  <a:pt x="552371" y="119295"/>
                </a:lnTo>
                <a:lnTo>
                  <a:pt x="534358" y="127210"/>
                </a:lnTo>
                <a:lnTo>
                  <a:pt x="516432" y="135384"/>
                </a:lnTo>
                <a:lnTo>
                  <a:pt x="498595" y="143817"/>
                </a:lnTo>
                <a:lnTo>
                  <a:pt x="480852" y="152511"/>
                </a:lnTo>
                <a:lnTo>
                  <a:pt x="463204" y="161464"/>
                </a:lnTo>
                <a:lnTo>
                  <a:pt x="445657" y="170679"/>
                </a:lnTo>
                <a:lnTo>
                  <a:pt x="428212" y="180154"/>
                </a:lnTo>
                <a:lnTo>
                  <a:pt x="410873" y="189891"/>
                </a:lnTo>
                <a:lnTo>
                  <a:pt x="393644" y="199891"/>
                </a:lnTo>
                <a:lnTo>
                  <a:pt x="376528" y="210152"/>
                </a:lnTo>
                <a:lnTo>
                  <a:pt x="359527" y="220676"/>
                </a:lnTo>
                <a:lnTo>
                  <a:pt x="342646" y="231464"/>
                </a:lnTo>
                <a:lnTo>
                  <a:pt x="325888" y="242515"/>
                </a:lnTo>
                <a:lnTo>
                  <a:pt x="309255" y="253830"/>
                </a:lnTo>
                <a:lnTo>
                  <a:pt x="292752" y="265409"/>
                </a:lnTo>
                <a:lnTo>
                  <a:pt x="276382" y="277253"/>
                </a:lnTo>
                <a:lnTo>
                  <a:pt x="260147" y="289362"/>
                </a:lnTo>
                <a:lnTo>
                  <a:pt x="244051" y="301736"/>
                </a:lnTo>
                <a:lnTo>
                  <a:pt x="228098" y="314376"/>
                </a:lnTo>
                <a:lnTo>
                  <a:pt x="212291" y="327282"/>
                </a:lnTo>
                <a:lnTo>
                  <a:pt x="196633" y="340455"/>
                </a:lnTo>
                <a:lnTo>
                  <a:pt x="181128" y="353894"/>
                </a:lnTo>
                <a:lnTo>
                  <a:pt x="165779" y="367600"/>
                </a:lnTo>
                <a:lnTo>
                  <a:pt x="150588" y="381574"/>
                </a:lnTo>
                <a:lnTo>
                  <a:pt x="135560" y="395815"/>
                </a:lnTo>
                <a:lnTo>
                  <a:pt x="120698" y="410324"/>
                </a:lnTo>
                <a:lnTo>
                  <a:pt x="106006" y="425101"/>
                </a:lnTo>
                <a:lnTo>
                  <a:pt x="51843" y="372046"/>
                </a:lnTo>
                <a:lnTo>
                  <a:pt x="0" y="609983"/>
                </a:lnTo>
                <a:lnTo>
                  <a:pt x="214604" y="531479"/>
                </a:lnTo>
                <a:close/>
              </a:path>
            </a:pathLst>
          </a:custGeom>
          <a:solidFill>
            <a:srgbClr val="D7A462"/>
          </a:solidFill>
          <a:ln w="0">
            <a:noFill/>
          </a:ln>
        </p:spPr>
      </p:sp>
      <p:sp>
        <p:nvSpPr>
          <p:cNvPr id="27" name="User voices feedback"/>
          <p:cNvSpPr>
            <a:spLocks noGrp="1"/>
          </p:cNvSpPr>
          <p:nvPr/>
        </p:nvSpPr>
        <p:spPr>
          <a:xfrm>
            <a:off x="7381875" y="3283713"/>
            <a:ext cx="1637499" cy="325242"/>
          </a:xfrm>
          <a:custGeom>
            <a:avLst/>
            <a:gdLst/>
            <a:ahLst/>
            <a:cxnLst/>
            <a:pathLst>
              <a:path w="1637499" h="325242">
                <a:moveTo>
                  <a:pt x="1601001" y="64217"/>
                </a:moveTo>
                <a:lnTo>
                  <a:pt x="1587345" y="71668"/>
                </a:lnTo>
                <a:lnTo>
                  <a:pt x="1573846" y="78870"/>
                </a:lnTo>
                <a:lnTo>
                  <a:pt x="1560345" y="85909"/>
                </a:lnTo>
                <a:lnTo>
                  <a:pt x="1546844" y="92786"/>
                </a:lnTo>
                <a:lnTo>
                  <a:pt x="1533343" y="99502"/>
                </a:lnTo>
                <a:lnTo>
                  <a:pt x="1519841" y="106058"/>
                </a:lnTo>
                <a:lnTo>
                  <a:pt x="1506340" y="112455"/>
                </a:lnTo>
                <a:lnTo>
                  <a:pt x="1492839" y="118693"/>
                </a:lnTo>
                <a:lnTo>
                  <a:pt x="1479338" y="124774"/>
                </a:lnTo>
                <a:lnTo>
                  <a:pt x="1465838" y="130698"/>
                </a:lnTo>
                <a:lnTo>
                  <a:pt x="1452338" y="136466"/>
                </a:lnTo>
                <a:lnTo>
                  <a:pt x="1438839" y="142079"/>
                </a:lnTo>
                <a:lnTo>
                  <a:pt x="1425341" y="147538"/>
                </a:lnTo>
                <a:lnTo>
                  <a:pt x="1411844" y="152844"/>
                </a:lnTo>
                <a:lnTo>
                  <a:pt x="1398348" y="157997"/>
                </a:lnTo>
                <a:lnTo>
                  <a:pt x="1384854" y="162999"/>
                </a:lnTo>
                <a:lnTo>
                  <a:pt x="1371361" y="167850"/>
                </a:lnTo>
                <a:lnTo>
                  <a:pt x="1357869" y="172551"/>
                </a:lnTo>
                <a:lnTo>
                  <a:pt x="1344380" y="177103"/>
                </a:lnTo>
                <a:lnTo>
                  <a:pt x="1330892" y="181507"/>
                </a:lnTo>
                <a:lnTo>
                  <a:pt x="1317407" y="185764"/>
                </a:lnTo>
                <a:lnTo>
                  <a:pt x="1303923" y="189874"/>
                </a:lnTo>
                <a:lnTo>
                  <a:pt x="1290442" y="193838"/>
                </a:lnTo>
                <a:lnTo>
                  <a:pt x="1276964" y="197658"/>
                </a:lnTo>
                <a:lnTo>
                  <a:pt x="1263488" y="201333"/>
                </a:lnTo>
                <a:lnTo>
                  <a:pt x="1250014" y="204865"/>
                </a:lnTo>
                <a:lnTo>
                  <a:pt x="1236543" y="208255"/>
                </a:lnTo>
                <a:lnTo>
                  <a:pt x="1223076" y="211503"/>
                </a:lnTo>
                <a:lnTo>
                  <a:pt x="1209611" y="214611"/>
                </a:lnTo>
                <a:lnTo>
                  <a:pt x="1196149" y="217578"/>
                </a:lnTo>
                <a:lnTo>
                  <a:pt x="1182691" y="220407"/>
                </a:lnTo>
                <a:lnTo>
                  <a:pt x="1169236" y="223097"/>
                </a:lnTo>
                <a:lnTo>
                  <a:pt x="1155785" y="225649"/>
                </a:lnTo>
                <a:lnTo>
                  <a:pt x="1142337" y="228064"/>
                </a:lnTo>
                <a:lnTo>
                  <a:pt x="1128893" y="230344"/>
                </a:lnTo>
                <a:lnTo>
                  <a:pt x="1115453" y="232488"/>
                </a:lnTo>
                <a:lnTo>
                  <a:pt x="1102017" y="234498"/>
                </a:lnTo>
                <a:lnTo>
                  <a:pt x="1088586" y="236374"/>
                </a:lnTo>
                <a:lnTo>
                  <a:pt x="1075158" y="238118"/>
                </a:lnTo>
                <a:lnTo>
                  <a:pt x="1061735" y="239729"/>
                </a:lnTo>
                <a:lnTo>
                  <a:pt x="1048317" y="241209"/>
                </a:lnTo>
                <a:lnTo>
                  <a:pt x="1034903" y="242559"/>
                </a:lnTo>
                <a:lnTo>
                  <a:pt x="1021494" y="243779"/>
                </a:lnTo>
                <a:lnTo>
                  <a:pt x="1008090" y="244869"/>
                </a:lnTo>
                <a:lnTo>
                  <a:pt x="994691" y="245832"/>
                </a:lnTo>
                <a:lnTo>
                  <a:pt x="981297" y="246667"/>
                </a:lnTo>
                <a:lnTo>
                  <a:pt x="967909" y="247375"/>
                </a:lnTo>
                <a:lnTo>
                  <a:pt x="954526" y="247958"/>
                </a:lnTo>
                <a:lnTo>
                  <a:pt x="941149" y="248415"/>
                </a:lnTo>
                <a:lnTo>
                  <a:pt x="927778" y="248747"/>
                </a:lnTo>
                <a:lnTo>
                  <a:pt x="914413" y="248956"/>
                </a:lnTo>
                <a:lnTo>
                  <a:pt x="901054" y="249042"/>
                </a:lnTo>
                <a:lnTo>
                  <a:pt x="887701" y="249006"/>
                </a:lnTo>
                <a:lnTo>
                  <a:pt x="874354" y="248848"/>
                </a:lnTo>
                <a:lnTo>
                  <a:pt x="861015" y="248570"/>
                </a:lnTo>
                <a:lnTo>
                  <a:pt x="847682" y="248171"/>
                </a:lnTo>
                <a:lnTo>
                  <a:pt x="834356" y="247654"/>
                </a:lnTo>
                <a:lnTo>
                  <a:pt x="821037" y="247018"/>
                </a:lnTo>
                <a:lnTo>
                  <a:pt x="807725" y="246264"/>
                </a:lnTo>
                <a:lnTo>
                  <a:pt x="794421" y="245393"/>
                </a:lnTo>
                <a:lnTo>
                  <a:pt x="781124" y="244405"/>
                </a:lnTo>
                <a:lnTo>
                  <a:pt x="767836" y="243302"/>
                </a:lnTo>
                <a:lnTo>
                  <a:pt x="754555" y="242085"/>
                </a:lnTo>
                <a:lnTo>
                  <a:pt x="741282" y="240753"/>
                </a:lnTo>
                <a:lnTo>
                  <a:pt x="728018" y="239308"/>
                </a:lnTo>
                <a:lnTo>
                  <a:pt x="714762" y="237750"/>
                </a:lnTo>
                <a:lnTo>
                  <a:pt x="701516" y="236080"/>
                </a:lnTo>
                <a:lnTo>
                  <a:pt x="688278" y="234299"/>
                </a:lnTo>
                <a:lnTo>
                  <a:pt x="675049" y="232408"/>
                </a:lnTo>
                <a:lnTo>
                  <a:pt x="661830" y="230407"/>
                </a:lnTo>
                <a:lnTo>
                  <a:pt x="648620" y="228297"/>
                </a:lnTo>
                <a:lnTo>
                  <a:pt x="635420" y="226079"/>
                </a:lnTo>
                <a:lnTo>
                  <a:pt x="622230" y="223753"/>
                </a:lnTo>
                <a:lnTo>
                  <a:pt x="609050" y="221320"/>
                </a:lnTo>
                <a:lnTo>
                  <a:pt x="595881" y="218782"/>
                </a:lnTo>
                <a:lnTo>
                  <a:pt x="582722" y="216138"/>
                </a:lnTo>
                <a:lnTo>
                  <a:pt x="569574" y="213389"/>
                </a:lnTo>
                <a:lnTo>
                  <a:pt x="556437" y="210537"/>
                </a:lnTo>
                <a:lnTo>
                  <a:pt x="543311" y="207582"/>
                </a:lnTo>
                <a:lnTo>
                  <a:pt x="530197" y="204524"/>
                </a:lnTo>
                <a:lnTo>
                  <a:pt x="517095" y="201365"/>
                </a:lnTo>
                <a:lnTo>
                  <a:pt x="504004" y="198104"/>
                </a:lnTo>
                <a:lnTo>
                  <a:pt x="490926" y="194744"/>
                </a:lnTo>
                <a:lnTo>
                  <a:pt x="477860" y="191284"/>
                </a:lnTo>
                <a:lnTo>
                  <a:pt x="464806" y="187725"/>
                </a:lnTo>
                <a:lnTo>
                  <a:pt x="451766" y="184069"/>
                </a:lnTo>
                <a:lnTo>
                  <a:pt x="438739" y="180315"/>
                </a:lnTo>
                <a:lnTo>
                  <a:pt x="425725" y="176465"/>
                </a:lnTo>
                <a:lnTo>
                  <a:pt x="412725" y="172519"/>
                </a:lnTo>
                <a:lnTo>
                  <a:pt x="399738" y="168478"/>
                </a:lnTo>
                <a:lnTo>
                  <a:pt x="386766" y="164343"/>
                </a:lnTo>
                <a:lnTo>
                  <a:pt x="373807" y="160115"/>
                </a:lnTo>
                <a:lnTo>
                  <a:pt x="360864" y="155794"/>
                </a:lnTo>
                <a:lnTo>
                  <a:pt x="347935" y="151380"/>
                </a:lnTo>
                <a:lnTo>
                  <a:pt x="335021" y="146876"/>
                </a:lnTo>
                <a:lnTo>
                  <a:pt x="322123" y="142281"/>
                </a:lnTo>
                <a:lnTo>
                  <a:pt x="309240" y="137596"/>
                </a:lnTo>
                <a:lnTo>
                  <a:pt x="296373" y="132823"/>
                </a:lnTo>
                <a:lnTo>
                  <a:pt x="283521" y="127961"/>
                </a:lnTo>
                <a:lnTo>
                  <a:pt x="270687" y="123011"/>
                </a:lnTo>
                <a:lnTo>
                  <a:pt x="257868" y="117975"/>
                </a:lnTo>
                <a:lnTo>
                  <a:pt x="245067" y="112853"/>
                </a:lnTo>
                <a:lnTo>
                  <a:pt x="232282" y="107646"/>
                </a:lnTo>
                <a:lnTo>
                  <a:pt x="219515" y="102354"/>
                </a:lnTo>
                <a:lnTo>
                  <a:pt x="206765" y="96979"/>
                </a:lnTo>
                <a:lnTo>
                  <a:pt x="194033" y="91521"/>
                </a:lnTo>
                <a:lnTo>
                  <a:pt x="181319" y="85980"/>
                </a:lnTo>
                <a:lnTo>
                  <a:pt x="168624" y="80358"/>
                </a:lnTo>
                <a:lnTo>
                  <a:pt x="155947" y="74656"/>
                </a:lnTo>
                <a:lnTo>
                  <a:pt x="143289" y="68873"/>
                </a:lnTo>
                <a:lnTo>
                  <a:pt x="174990" y="0"/>
                </a:lnTo>
                <a:lnTo>
                  <a:pt x="0" y="40512"/>
                </a:lnTo>
                <a:lnTo>
                  <a:pt x="79727" y="206966"/>
                </a:lnTo>
                <a:lnTo>
                  <a:pt x="111428" y="138093"/>
                </a:lnTo>
                <a:lnTo>
                  <a:pt x="124486" y="144058"/>
                </a:lnTo>
                <a:lnTo>
                  <a:pt x="137567" y="149942"/>
                </a:lnTo>
                <a:lnTo>
                  <a:pt x="150672" y="155745"/>
                </a:lnTo>
                <a:lnTo>
                  <a:pt x="163800" y="161466"/>
                </a:lnTo>
                <a:lnTo>
                  <a:pt x="176951" y="167104"/>
                </a:lnTo>
                <a:lnTo>
                  <a:pt x="190125" y="172659"/>
                </a:lnTo>
                <a:lnTo>
                  <a:pt x="203322" y="178128"/>
                </a:lnTo>
                <a:lnTo>
                  <a:pt x="216541" y="183513"/>
                </a:lnTo>
                <a:lnTo>
                  <a:pt x="229783" y="188811"/>
                </a:lnTo>
                <a:lnTo>
                  <a:pt x="243046" y="194022"/>
                </a:lnTo>
                <a:lnTo>
                  <a:pt x="256331" y="199145"/>
                </a:lnTo>
                <a:lnTo>
                  <a:pt x="269638" y="204179"/>
                </a:lnTo>
                <a:lnTo>
                  <a:pt x="282967" y="209124"/>
                </a:lnTo>
                <a:lnTo>
                  <a:pt x="296317" y="213978"/>
                </a:lnTo>
                <a:lnTo>
                  <a:pt x="309687" y="218741"/>
                </a:lnTo>
                <a:lnTo>
                  <a:pt x="323078" y="223412"/>
                </a:lnTo>
                <a:lnTo>
                  <a:pt x="336490" y="227990"/>
                </a:lnTo>
                <a:lnTo>
                  <a:pt x="349923" y="232475"/>
                </a:lnTo>
                <a:lnTo>
                  <a:pt x="363375" y="236865"/>
                </a:lnTo>
                <a:lnTo>
                  <a:pt x="376847" y="241159"/>
                </a:lnTo>
                <a:lnTo>
                  <a:pt x="390339" y="245357"/>
                </a:lnTo>
                <a:lnTo>
                  <a:pt x="403850" y="249458"/>
                </a:lnTo>
                <a:lnTo>
                  <a:pt x="417381" y="253461"/>
                </a:lnTo>
                <a:lnTo>
                  <a:pt x="430931" y="257365"/>
                </a:lnTo>
                <a:lnTo>
                  <a:pt x="444499" y="261170"/>
                </a:lnTo>
                <a:lnTo>
                  <a:pt x="458086" y="264874"/>
                </a:lnTo>
                <a:lnTo>
                  <a:pt x="471691" y="268476"/>
                </a:lnTo>
                <a:lnTo>
                  <a:pt x="485314" y="271977"/>
                </a:lnTo>
                <a:lnTo>
                  <a:pt x="498955" y="275374"/>
                </a:lnTo>
                <a:lnTo>
                  <a:pt x="512614" y="278668"/>
                </a:lnTo>
                <a:lnTo>
                  <a:pt x="526290" y="281856"/>
                </a:lnTo>
                <a:lnTo>
                  <a:pt x="539984" y="284940"/>
                </a:lnTo>
                <a:lnTo>
                  <a:pt x="553694" y="287916"/>
                </a:lnTo>
                <a:lnTo>
                  <a:pt x="567421" y="290786"/>
                </a:lnTo>
                <a:lnTo>
                  <a:pt x="581164" y="293547"/>
                </a:lnTo>
                <a:lnTo>
                  <a:pt x="594923" y="296199"/>
                </a:lnTo>
                <a:lnTo>
                  <a:pt x="608699" y="298742"/>
                </a:lnTo>
                <a:lnTo>
                  <a:pt x="622490" y="301173"/>
                </a:lnTo>
                <a:lnTo>
                  <a:pt x="636296" y="303494"/>
                </a:lnTo>
                <a:lnTo>
                  <a:pt x="650118" y="305701"/>
                </a:lnTo>
                <a:lnTo>
                  <a:pt x="663954" y="307796"/>
                </a:lnTo>
                <a:lnTo>
                  <a:pt x="677805" y="309776"/>
                </a:lnTo>
                <a:lnTo>
                  <a:pt x="691671" y="311641"/>
                </a:lnTo>
                <a:lnTo>
                  <a:pt x="705551" y="313391"/>
                </a:lnTo>
                <a:lnTo>
                  <a:pt x="719444" y="315024"/>
                </a:lnTo>
                <a:lnTo>
                  <a:pt x="733351" y="316539"/>
                </a:lnTo>
                <a:lnTo>
                  <a:pt x="747272" y="317936"/>
                </a:lnTo>
                <a:lnTo>
                  <a:pt x="761205" y="319213"/>
                </a:lnTo>
                <a:lnTo>
                  <a:pt x="775152" y="320371"/>
                </a:lnTo>
                <a:lnTo>
                  <a:pt x="789110" y="321407"/>
                </a:lnTo>
                <a:lnTo>
                  <a:pt x="803081" y="322322"/>
                </a:lnTo>
                <a:lnTo>
                  <a:pt x="817064" y="323114"/>
                </a:lnTo>
                <a:lnTo>
                  <a:pt x="831059" y="323782"/>
                </a:lnTo>
                <a:lnTo>
                  <a:pt x="845065" y="324326"/>
                </a:lnTo>
                <a:lnTo>
                  <a:pt x="859082" y="324745"/>
                </a:lnTo>
                <a:lnTo>
                  <a:pt x="873109" y="325038"/>
                </a:lnTo>
                <a:lnTo>
                  <a:pt x="887147" y="325204"/>
                </a:lnTo>
                <a:lnTo>
                  <a:pt x="901196" y="325242"/>
                </a:lnTo>
                <a:lnTo>
                  <a:pt x="915254" y="325152"/>
                </a:lnTo>
                <a:lnTo>
                  <a:pt x="929321" y="324932"/>
                </a:lnTo>
                <a:lnTo>
                  <a:pt x="943398" y="324581"/>
                </a:lnTo>
                <a:lnTo>
                  <a:pt x="957484" y="324100"/>
                </a:lnTo>
                <a:lnTo>
                  <a:pt x="971578" y="323487"/>
                </a:lnTo>
                <a:lnTo>
                  <a:pt x="985681" y="322741"/>
                </a:lnTo>
                <a:lnTo>
                  <a:pt x="999792" y="321861"/>
                </a:lnTo>
                <a:lnTo>
                  <a:pt x="1013910" y="320847"/>
                </a:lnTo>
                <a:lnTo>
                  <a:pt x="1028036" y="319697"/>
                </a:lnTo>
                <a:lnTo>
                  <a:pt x="1042169" y="318412"/>
                </a:lnTo>
                <a:lnTo>
                  <a:pt x="1056308" y="316989"/>
                </a:lnTo>
                <a:lnTo>
                  <a:pt x="1070454" y="315429"/>
                </a:lnTo>
                <a:lnTo>
                  <a:pt x="1084605" y="313730"/>
                </a:lnTo>
                <a:lnTo>
                  <a:pt x="1098763" y="311892"/>
                </a:lnTo>
                <a:lnTo>
                  <a:pt x="1112926" y="309913"/>
                </a:lnTo>
                <a:lnTo>
                  <a:pt x="1127094" y="307794"/>
                </a:lnTo>
                <a:lnTo>
                  <a:pt x="1141266" y="305533"/>
                </a:lnTo>
                <a:lnTo>
                  <a:pt x="1155443" y="303129"/>
                </a:lnTo>
                <a:lnTo>
                  <a:pt x="1169624" y="300582"/>
                </a:lnTo>
                <a:lnTo>
                  <a:pt x="1183808" y="297890"/>
                </a:lnTo>
                <a:lnTo>
                  <a:pt x="1197996" y="295054"/>
                </a:lnTo>
                <a:lnTo>
                  <a:pt x="1212187" y="292071"/>
                </a:lnTo>
                <a:lnTo>
                  <a:pt x="1226381" y="288943"/>
                </a:lnTo>
                <a:lnTo>
                  <a:pt x="1240577" y="285666"/>
                </a:lnTo>
                <a:lnTo>
                  <a:pt x="1254775" y="282242"/>
                </a:lnTo>
                <a:lnTo>
                  <a:pt x="1268974" y="278669"/>
                </a:lnTo>
                <a:lnTo>
                  <a:pt x="1283175" y="274946"/>
                </a:lnTo>
                <a:lnTo>
                  <a:pt x="1297377" y="271073"/>
                </a:lnTo>
                <a:lnTo>
                  <a:pt x="1311580" y="267048"/>
                </a:lnTo>
                <a:lnTo>
                  <a:pt x="1325782" y="262871"/>
                </a:lnTo>
                <a:lnTo>
                  <a:pt x="1339985" y="258542"/>
                </a:lnTo>
                <a:lnTo>
                  <a:pt x="1354187" y="254059"/>
                </a:lnTo>
                <a:lnTo>
                  <a:pt x="1368389" y="249422"/>
                </a:lnTo>
                <a:lnTo>
                  <a:pt x="1382590" y="244630"/>
                </a:lnTo>
                <a:lnTo>
                  <a:pt x="1396789" y="239682"/>
                </a:lnTo>
                <a:lnTo>
                  <a:pt x="1410986" y="234578"/>
                </a:lnTo>
                <a:lnTo>
                  <a:pt x="1425182" y="229316"/>
                </a:lnTo>
                <a:lnTo>
                  <a:pt x="1439375" y="223896"/>
                </a:lnTo>
                <a:lnTo>
                  <a:pt x="1453566" y="218318"/>
                </a:lnTo>
                <a:lnTo>
                  <a:pt x="1467753" y="212580"/>
                </a:lnTo>
                <a:lnTo>
                  <a:pt x="1481937" y="206682"/>
                </a:lnTo>
                <a:lnTo>
                  <a:pt x="1496118" y="200623"/>
                </a:lnTo>
                <a:lnTo>
                  <a:pt x="1510294" y="194402"/>
                </a:lnTo>
                <a:lnTo>
                  <a:pt x="1524467" y="188019"/>
                </a:lnTo>
                <a:lnTo>
                  <a:pt x="1538634" y="181473"/>
                </a:lnTo>
                <a:lnTo>
                  <a:pt x="1552797" y="174763"/>
                </a:lnTo>
                <a:lnTo>
                  <a:pt x="1566955" y="167888"/>
                </a:lnTo>
                <a:lnTo>
                  <a:pt x="1581107" y="160849"/>
                </a:lnTo>
                <a:lnTo>
                  <a:pt x="1595254" y="153643"/>
                </a:lnTo>
                <a:lnTo>
                  <a:pt x="1609394" y="146270"/>
                </a:lnTo>
                <a:lnTo>
                  <a:pt x="1623528" y="138730"/>
                </a:lnTo>
                <a:lnTo>
                  <a:pt x="1637499" y="131108"/>
                </a:lnTo>
                <a:close/>
              </a:path>
            </a:pathLst>
          </a:custGeom>
          <a:solidFill>
            <a:srgbClr val="8D9981"/>
          </a:solidFill>
          <a:ln w="0">
            <a:noFill/>
          </a:ln>
        </p:spPr>
      </p:sp>
      <p:sp>
        <p:nvSpPr>
          <p:cNvPr id="28" name="Expertise feedback"/>
          <p:cNvSpPr>
            <a:spLocks noGrp="1"/>
          </p:cNvSpPr>
          <p:nvPr/>
        </p:nvSpPr>
        <p:spPr>
          <a:xfrm>
            <a:off x="6524625" y="5837555"/>
            <a:ext cx="2621280" cy="1033780"/>
          </a:xfrm>
          <a:custGeom>
            <a:avLst/>
            <a:gdLst/>
            <a:ahLst/>
            <a:cxnLst/>
            <a:pathLst>
              <a:path w="2621317" h="1185451">
                <a:moveTo>
                  <a:pt x="2621317" y="1139830"/>
                </a:moveTo>
                <a:lnTo>
                  <a:pt x="2600715" y="1112268"/>
                </a:lnTo>
                <a:lnTo>
                  <a:pt x="2579953" y="1084945"/>
                </a:lnTo>
                <a:lnTo>
                  <a:pt x="2559123" y="1057981"/>
                </a:lnTo>
                <a:lnTo>
                  <a:pt x="2538225" y="1031376"/>
                </a:lnTo>
                <a:lnTo>
                  <a:pt x="2517261" y="1005127"/>
                </a:lnTo>
                <a:lnTo>
                  <a:pt x="2496232" y="979236"/>
                </a:lnTo>
                <a:lnTo>
                  <a:pt x="2475139" y="953700"/>
                </a:lnTo>
                <a:lnTo>
                  <a:pt x="2453983" y="928519"/>
                </a:lnTo>
                <a:lnTo>
                  <a:pt x="2432766" y="903693"/>
                </a:lnTo>
                <a:lnTo>
                  <a:pt x="2411488" y="879220"/>
                </a:lnTo>
                <a:lnTo>
                  <a:pt x="2390151" y="855100"/>
                </a:lnTo>
                <a:lnTo>
                  <a:pt x="2368756" y="831332"/>
                </a:lnTo>
                <a:lnTo>
                  <a:pt x="2347303" y="807915"/>
                </a:lnTo>
                <a:lnTo>
                  <a:pt x="2325795" y="784849"/>
                </a:lnTo>
                <a:lnTo>
                  <a:pt x="2304232" y="762133"/>
                </a:lnTo>
                <a:lnTo>
                  <a:pt x="2282616" y="739766"/>
                </a:lnTo>
                <a:lnTo>
                  <a:pt x="2260948" y="717748"/>
                </a:lnTo>
                <a:lnTo>
                  <a:pt x="2239228" y="696077"/>
                </a:lnTo>
                <a:lnTo>
                  <a:pt x="2217459" y="674753"/>
                </a:lnTo>
                <a:lnTo>
                  <a:pt x="2195641" y="653775"/>
                </a:lnTo>
                <a:lnTo>
                  <a:pt x="2173775" y="633143"/>
                </a:lnTo>
                <a:lnTo>
                  <a:pt x="2151863" y="612856"/>
                </a:lnTo>
                <a:lnTo>
                  <a:pt x="2129905" y="592913"/>
                </a:lnTo>
                <a:lnTo>
                  <a:pt x="2107904" y="573313"/>
                </a:lnTo>
                <a:lnTo>
                  <a:pt x="2085859" y="554056"/>
                </a:lnTo>
                <a:lnTo>
                  <a:pt x="2063773" y="535141"/>
                </a:lnTo>
                <a:lnTo>
                  <a:pt x="2041646" y="516567"/>
                </a:lnTo>
                <a:lnTo>
                  <a:pt x="2019480" y="498334"/>
                </a:lnTo>
                <a:lnTo>
                  <a:pt x="1997276" y="480441"/>
                </a:lnTo>
                <a:lnTo>
                  <a:pt x="1975035" y="462887"/>
                </a:lnTo>
                <a:lnTo>
                  <a:pt x="1952758" y="445671"/>
                </a:lnTo>
                <a:lnTo>
                  <a:pt x="1930447" y="428793"/>
                </a:lnTo>
                <a:lnTo>
                  <a:pt x="1908102" y="412252"/>
                </a:lnTo>
                <a:lnTo>
                  <a:pt x="1885725" y="396048"/>
                </a:lnTo>
                <a:lnTo>
                  <a:pt x="1863317" y="380180"/>
                </a:lnTo>
                <a:lnTo>
                  <a:pt x="1840879" y="364646"/>
                </a:lnTo>
                <a:lnTo>
                  <a:pt x="1818413" y="349447"/>
                </a:lnTo>
                <a:lnTo>
                  <a:pt x="1795920" y="334581"/>
                </a:lnTo>
                <a:lnTo>
                  <a:pt x="1773400" y="320049"/>
                </a:lnTo>
                <a:lnTo>
                  <a:pt x="1750855" y="305849"/>
                </a:lnTo>
                <a:lnTo>
                  <a:pt x="1728287" y="291981"/>
                </a:lnTo>
                <a:lnTo>
                  <a:pt x="1705696" y="278443"/>
                </a:lnTo>
                <a:lnTo>
                  <a:pt x="1683084" y="265236"/>
                </a:lnTo>
                <a:lnTo>
                  <a:pt x="1660452" y="252359"/>
                </a:lnTo>
                <a:lnTo>
                  <a:pt x="1637801" y="239811"/>
                </a:lnTo>
                <a:lnTo>
                  <a:pt x="1615133" y="227591"/>
                </a:lnTo>
                <a:lnTo>
                  <a:pt x="1592448" y="215699"/>
                </a:lnTo>
                <a:lnTo>
                  <a:pt x="1569748" y="204133"/>
                </a:lnTo>
                <a:lnTo>
                  <a:pt x="1547035" y="192895"/>
                </a:lnTo>
                <a:lnTo>
                  <a:pt x="1524309" y="181982"/>
                </a:lnTo>
                <a:lnTo>
                  <a:pt x="1501572" y="171394"/>
                </a:lnTo>
                <a:lnTo>
                  <a:pt x="1478825" y="161130"/>
                </a:lnTo>
                <a:lnTo>
                  <a:pt x="1456070" y="151191"/>
                </a:lnTo>
                <a:lnTo>
                  <a:pt x="1433307" y="141574"/>
                </a:lnTo>
                <a:lnTo>
                  <a:pt x="1410537" y="132280"/>
                </a:lnTo>
                <a:lnTo>
                  <a:pt x="1387763" y="123307"/>
                </a:lnTo>
                <a:lnTo>
                  <a:pt x="1364986" y="114656"/>
                </a:lnTo>
                <a:lnTo>
                  <a:pt x="1342207" y="106326"/>
                </a:lnTo>
                <a:lnTo>
                  <a:pt x="1319426" y="98315"/>
                </a:lnTo>
                <a:lnTo>
                  <a:pt x="1296646" y="90623"/>
                </a:lnTo>
                <a:lnTo>
                  <a:pt x="1273868" y="83250"/>
                </a:lnTo>
                <a:lnTo>
                  <a:pt x="1251093" y="76194"/>
                </a:lnTo>
                <a:lnTo>
                  <a:pt x="1228322" y="69456"/>
                </a:lnTo>
                <a:lnTo>
                  <a:pt x="1205557" y="63034"/>
                </a:lnTo>
                <a:lnTo>
                  <a:pt x="1182800" y="56929"/>
                </a:lnTo>
                <a:lnTo>
                  <a:pt x="1160050" y="51138"/>
                </a:lnTo>
                <a:lnTo>
                  <a:pt x="1137311" y="45662"/>
                </a:lnTo>
                <a:lnTo>
                  <a:pt x="1114583" y="40499"/>
                </a:lnTo>
                <a:lnTo>
                  <a:pt x="1091867" y="35650"/>
                </a:lnTo>
                <a:lnTo>
                  <a:pt x="1069166" y="31113"/>
                </a:lnTo>
                <a:lnTo>
                  <a:pt x="1046479" y="26888"/>
                </a:lnTo>
                <a:lnTo>
                  <a:pt x="1023810" y="22973"/>
                </a:lnTo>
                <a:lnTo>
                  <a:pt x="1001158" y="19369"/>
                </a:lnTo>
                <a:lnTo>
                  <a:pt x="978526" y="16075"/>
                </a:lnTo>
                <a:lnTo>
                  <a:pt x="955915" y="13090"/>
                </a:lnTo>
                <a:lnTo>
                  <a:pt x="933327" y="10412"/>
                </a:lnTo>
                <a:lnTo>
                  <a:pt x="910761" y="8043"/>
                </a:lnTo>
                <a:lnTo>
                  <a:pt x="888221" y="5980"/>
                </a:lnTo>
                <a:lnTo>
                  <a:pt x="865708" y="4222"/>
                </a:lnTo>
                <a:lnTo>
                  <a:pt x="843222" y="2770"/>
                </a:lnTo>
                <a:lnTo>
                  <a:pt x="820766" y="1623"/>
                </a:lnTo>
                <a:lnTo>
                  <a:pt x="798340" y="779"/>
                </a:lnTo>
                <a:lnTo>
                  <a:pt x="775947" y="239"/>
                </a:lnTo>
                <a:lnTo>
                  <a:pt x="753587" y="0"/>
                </a:lnTo>
                <a:lnTo>
                  <a:pt x="731262" y="63"/>
                </a:lnTo>
                <a:lnTo>
                  <a:pt x="708973" y="426"/>
                </a:lnTo>
                <a:lnTo>
                  <a:pt x="686723" y="1090"/>
                </a:lnTo>
                <a:lnTo>
                  <a:pt x="664511" y="2052"/>
                </a:lnTo>
                <a:lnTo>
                  <a:pt x="642340" y="3312"/>
                </a:lnTo>
                <a:lnTo>
                  <a:pt x="620211" y="4870"/>
                </a:lnTo>
                <a:lnTo>
                  <a:pt x="598126" y="6725"/>
                </a:lnTo>
                <a:lnTo>
                  <a:pt x="576086" y="8875"/>
                </a:lnTo>
                <a:lnTo>
                  <a:pt x="554091" y="11321"/>
                </a:lnTo>
                <a:lnTo>
                  <a:pt x="532145" y="14060"/>
                </a:lnTo>
                <a:lnTo>
                  <a:pt x="510247" y="17093"/>
                </a:lnTo>
                <a:lnTo>
                  <a:pt x="488400" y="20418"/>
                </a:lnTo>
                <a:lnTo>
                  <a:pt x="466605" y="24035"/>
                </a:lnTo>
                <a:lnTo>
                  <a:pt x="444864" y="27942"/>
                </a:lnTo>
                <a:lnTo>
                  <a:pt x="423177" y="32140"/>
                </a:lnTo>
                <a:lnTo>
                  <a:pt x="401546" y="36626"/>
                </a:lnTo>
                <a:lnTo>
                  <a:pt x="379972" y="41401"/>
                </a:lnTo>
                <a:lnTo>
                  <a:pt x="358457" y="46462"/>
                </a:lnTo>
                <a:lnTo>
                  <a:pt x="337003" y="51810"/>
                </a:lnTo>
                <a:lnTo>
                  <a:pt x="315610" y="57444"/>
                </a:lnTo>
                <a:lnTo>
                  <a:pt x="294280" y="63362"/>
                </a:lnTo>
                <a:lnTo>
                  <a:pt x="273014" y="69564"/>
                </a:lnTo>
                <a:lnTo>
                  <a:pt x="251814" y="76048"/>
                </a:lnTo>
                <a:lnTo>
                  <a:pt x="230681" y="82815"/>
                </a:lnTo>
                <a:lnTo>
                  <a:pt x="209617" y="89862"/>
                </a:lnTo>
                <a:lnTo>
                  <a:pt x="188622" y="97190"/>
                </a:lnTo>
                <a:lnTo>
                  <a:pt x="163177" y="25768"/>
                </a:lnTo>
                <a:lnTo>
                  <a:pt x="0" y="219665"/>
                </a:lnTo>
                <a:lnTo>
                  <a:pt x="239641" y="240392"/>
                </a:lnTo>
                <a:lnTo>
                  <a:pt x="214195" y="168971"/>
                </a:lnTo>
                <a:lnTo>
                  <a:pt x="234261" y="161967"/>
                </a:lnTo>
                <a:lnTo>
                  <a:pt x="254389" y="155233"/>
                </a:lnTo>
                <a:lnTo>
                  <a:pt x="274578" y="148769"/>
                </a:lnTo>
                <a:lnTo>
                  <a:pt x="294826" y="142575"/>
                </a:lnTo>
                <a:lnTo>
                  <a:pt x="315134" y="136653"/>
                </a:lnTo>
                <a:lnTo>
                  <a:pt x="335499" y="131002"/>
                </a:lnTo>
                <a:lnTo>
                  <a:pt x="355921" y="125625"/>
                </a:lnTo>
                <a:lnTo>
                  <a:pt x="376399" y="120520"/>
                </a:lnTo>
                <a:lnTo>
                  <a:pt x="396931" y="115689"/>
                </a:lnTo>
                <a:lnTo>
                  <a:pt x="417516" y="111134"/>
                </a:lnTo>
                <a:lnTo>
                  <a:pt x="438154" y="106853"/>
                </a:lnTo>
                <a:lnTo>
                  <a:pt x="458843" y="102849"/>
                </a:lnTo>
                <a:lnTo>
                  <a:pt x="479582" y="99122"/>
                </a:lnTo>
                <a:lnTo>
                  <a:pt x="500371" y="95672"/>
                </a:lnTo>
                <a:lnTo>
                  <a:pt x="521207" y="92501"/>
                </a:lnTo>
                <a:lnTo>
                  <a:pt x="542091" y="89608"/>
                </a:lnTo>
                <a:lnTo>
                  <a:pt x="563021" y="86996"/>
                </a:lnTo>
                <a:lnTo>
                  <a:pt x="583995" y="84664"/>
                </a:lnTo>
                <a:lnTo>
                  <a:pt x="605014" y="82613"/>
                </a:lnTo>
                <a:lnTo>
                  <a:pt x="626075" y="80844"/>
                </a:lnTo>
                <a:lnTo>
                  <a:pt x="647179" y="79359"/>
                </a:lnTo>
                <a:lnTo>
                  <a:pt x="668323" y="78156"/>
                </a:lnTo>
                <a:lnTo>
                  <a:pt x="689507" y="77239"/>
                </a:lnTo>
                <a:lnTo>
                  <a:pt x="710730" y="76606"/>
                </a:lnTo>
                <a:lnTo>
                  <a:pt x="731990" y="76259"/>
                </a:lnTo>
                <a:lnTo>
                  <a:pt x="753287" y="76199"/>
                </a:lnTo>
                <a:lnTo>
                  <a:pt x="774620" y="76427"/>
                </a:lnTo>
                <a:lnTo>
                  <a:pt x="795988" y="76943"/>
                </a:lnTo>
                <a:lnTo>
                  <a:pt x="817389" y="77748"/>
                </a:lnTo>
                <a:lnTo>
                  <a:pt x="838822" y="78843"/>
                </a:lnTo>
                <a:lnTo>
                  <a:pt x="860287" y="80229"/>
                </a:lnTo>
                <a:lnTo>
                  <a:pt x="881783" y="81907"/>
                </a:lnTo>
                <a:lnTo>
                  <a:pt x="903308" y="83877"/>
                </a:lnTo>
                <a:lnTo>
                  <a:pt x="924862" y="86141"/>
                </a:lnTo>
                <a:lnTo>
                  <a:pt x="946443" y="88699"/>
                </a:lnTo>
                <a:lnTo>
                  <a:pt x="968050" y="91552"/>
                </a:lnTo>
                <a:lnTo>
                  <a:pt x="989683" y="94700"/>
                </a:lnTo>
                <a:lnTo>
                  <a:pt x="1011340" y="98146"/>
                </a:lnTo>
                <a:lnTo>
                  <a:pt x="1033020" y="101889"/>
                </a:lnTo>
                <a:lnTo>
                  <a:pt x="1054722" y="105931"/>
                </a:lnTo>
                <a:lnTo>
                  <a:pt x="1076445" y="110273"/>
                </a:lnTo>
                <a:lnTo>
                  <a:pt x="1098188" y="114914"/>
                </a:lnTo>
                <a:lnTo>
                  <a:pt x="1119950" y="119858"/>
                </a:lnTo>
                <a:lnTo>
                  <a:pt x="1141730" y="125103"/>
                </a:lnTo>
                <a:lnTo>
                  <a:pt x="1163527" y="130651"/>
                </a:lnTo>
                <a:lnTo>
                  <a:pt x="1185339" y="136503"/>
                </a:lnTo>
                <a:lnTo>
                  <a:pt x="1207166" y="142660"/>
                </a:lnTo>
                <a:lnTo>
                  <a:pt x="1229006" y="149123"/>
                </a:lnTo>
                <a:lnTo>
                  <a:pt x="1250859" y="155893"/>
                </a:lnTo>
                <a:lnTo>
                  <a:pt x="1272723" y="162970"/>
                </a:lnTo>
                <a:lnTo>
                  <a:pt x="1294597" y="170356"/>
                </a:lnTo>
                <a:lnTo>
                  <a:pt x="1316480" y="178051"/>
                </a:lnTo>
                <a:lnTo>
                  <a:pt x="1338371" y="186057"/>
                </a:lnTo>
                <a:lnTo>
                  <a:pt x="1360268" y="194374"/>
                </a:lnTo>
                <a:lnTo>
                  <a:pt x="1382171" y="203003"/>
                </a:lnTo>
                <a:lnTo>
                  <a:pt x="1404079" y="211946"/>
                </a:lnTo>
                <a:lnTo>
                  <a:pt x="1425990" y="221202"/>
                </a:lnTo>
                <a:lnTo>
                  <a:pt x="1447903" y="230774"/>
                </a:lnTo>
                <a:lnTo>
                  <a:pt x="1469817" y="240662"/>
                </a:lnTo>
                <a:lnTo>
                  <a:pt x="1491731" y="250867"/>
                </a:lnTo>
                <a:lnTo>
                  <a:pt x="1513644" y="261389"/>
                </a:lnTo>
                <a:lnTo>
                  <a:pt x="1535554" y="272230"/>
                </a:lnTo>
                <a:lnTo>
                  <a:pt x="1557460" y="283391"/>
                </a:lnTo>
                <a:lnTo>
                  <a:pt x="1579362" y="294873"/>
                </a:lnTo>
                <a:lnTo>
                  <a:pt x="1601257" y="306676"/>
                </a:lnTo>
                <a:lnTo>
                  <a:pt x="1623145" y="318802"/>
                </a:lnTo>
                <a:lnTo>
                  <a:pt x="1645025" y="331251"/>
                </a:lnTo>
                <a:lnTo>
                  <a:pt x="1666895" y="344024"/>
                </a:lnTo>
                <a:lnTo>
                  <a:pt x="1688754" y="357123"/>
                </a:lnTo>
                <a:lnTo>
                  <a:pt x="1710600" y="370548"/>
                </a:lnTo>
                <a:lnTo>
                  <a:pt x="1732434" y="384300"/>
                </a:lnTo>
                <a:lnTo>
                  <a:pt x="1754253" y="398381"/>
                </a:lnTo>
                <a:lnTo>
                  <a:pt x="1776056" y="412790"/>
                </a:lnTo>
                <a:lnTo>
                  <a:pt x="1797842" y="427529"/>
                </a:lnTo>
                <a:lnTo>
                  <a:pt x="1819610" y="442598"/>
                </a:lnTo>
                <a:lnTo>
                  <a:pt x="1841358" y="458000"/>
                </a:lnTo>
                <a:lnTo>
                  <a:pt x="1863086" y="473734"/>
                </a:lnTo>
                <a:lnTo>
                  <a:pt x="1884791" y="489801"/>
                </a:lnTo>
                <a:lnTo>
                  <a:pt x="1906473" y="506203"/>
                </a:lnTo>
                <a:lnTo>
                  <a:pt x="1928131" y="522941"/>
                </a:lnTo>
                <a:lnTo>
                  <a:pt x="1949763" y="540014"/>
                </a:lnTo>
                <a:lnTo>
                  <a:pt x="1971368" y="557425"/>
                </a:lnTo>
                <a:lnTo>
                  <a:pt x="1992945" y="575173"/>
                </a:lnTo>
                <a:lnTo>
                  <a:pt x="2014492" y="593261"/>
                </a:lnTo>
                <a:lnTo>
                  <a:pt x="2036009" y="611688"/>
                </a:lnTo>
                <a:lnTo>
                  <a:pt x="2057493" y="630456"/>
                </a:lnTo>
                <a:lnTo>
                  <a:pt x="2078944" y="649565"/>
                </a:lnTo>
                <a:lnTo>
                  <a:pt x="2100361" y="669017"/>
                </a:lnTo>
                <a:lnTo>
                  <a:pt x="2121742" y="688812"/>
                </a:lnTo>
                <a:lnTo>
                  <a:pt x="2143085" y="708951"/>
                </a:lnTo>
                <a:lnTo>
                  <a:pt x="2164390" y="729435"/>
                </a:lnTo>
                <a:lnTo>
                  <a:pt x="2185656" y="750265"/>
                </a:lnTo>
                <a:lnTo>
                  <a:pt x="2206880" y="771442"/>
                </a:lnTo>
                <a:lnTo>
                  <a:pt x="2228062" y="792967"/>
                </a:lnTo>
                <a:lnTo>
                  <a:pt x="2249201" y="814840"/>
                </a:lnTo>
                <a:lnTo>
                  <a:pt x="2270295" y="837062"/>
                </a:lnTo>
                <a:lnTo>
                  <a:pt x="2291343" y="859635"/>
                </a:lnTo>
                <a:lnTo>
                  <a:pt x="2312344" y="882558"/>
                </a:lnTo>
                <a:lnTo>
                  <a:pt x="2333296" y="905834"/>
                </a:lnTo>
                <a:lnTo>
                  <a:pt x="2354198" y="929462"/>
                </a:lnTo>
                <a:lnTo>
                  <a:pt x="2375049" y="953444"/>
                </a:lnTo>
                <a:lnTo>
                  <a:pt x="2395847" y="977780"/>
                </a:lnTo>
                <a:lnTo>
                  <a:pt x="2416592" y="1002472"/>
                </a:lnTo>
                <a:lnTo>
                  <a:pt x="2437282" y="1027519"/>
                </a:lnTo>
                <a:lnTo>
                  <a:pt x="2457915" y="1052924"/>
                </a:lnTo>
                <a:lnTo>
                  <a:pt x="2478491" y="1078686"/>
                </a:lnTo>
                <a:lnTo>
                  <a:pt x="2499008" y="1104807"/>
                </a:lnTo>
                <a:lnTo>
                  <a:pt x="2519465" y="1131288"/>
                </a:lnTo>
                <a:lnTo>
                  <a:pt x="2539861" y="1158129"/>
                </a:lnTo>
                <a:lnTo>
                  <a:pt x="2560283" y="1185451"/>
                </a:lnTo>
                <a:close/>
              </a:path>
            </a:pathLst>
          </a:custGeom>
          <a:solidFill>
            <a:srgbClr val="D7A462"/>
          </a:solidFill>
          <a:ln w="0">
            <a:noFill/>
          </a:ln>
        </p:spPr>
      </p:sp>
      <p:sp>
        <p:nvSpPr>
          <p:cNvPr id="29" name="Reusable knowledge feedback"/>
          <p:cNvSpPr>
            <a:spLocks noGrp="1"/>
          </p:cNvSpPr>
          <p:nvPr/>
        </p:nvSpPr>
        <p:spPr>
          <a:xfrm>
            <a:off x="6559166" y="6141533"/>
            <a:ext cx="2556259" cy="1155821"/>
          </a:xfrm>
          <a:custGeom>
            <a:avLst/>
            <a:gdLst/>
            <a:ahLst/>
            <a:cxnLst/>
            <a:pathLst>
              <a:path w="2556259" h="1155821">
                <a:moveTo>
                  <a:pt x="0" y="61334"/>
                </a:moveTo>
                <a:lnTo>
                  <a:pt x="21001" y="76816"/>
                </a:lnTo>
                <a:lnTo>
                  <a:pt x="42066" y="92286"/>
                </a:lnTo>
                <a:lnTo>
                  <a:pt x="63167" y="107721"/>
                </a:lnTo>
                <a:lnTo>
                  <a:pt x="84302" y="123119"/>
                </a:lnTo>
                <a:lnTo>
                  <a:pt x="105472" y="138476"/>
                </a:lnTo>
                <a:lnTo>
                  <a:pt x="126675" y="153792"/>
                </a:lnTo>
                <a:lnTo>
                  <a:pt x="147910" y="169063"/>
                </a:lnTo>
                <a:lnTo>
                  <a:pt x="169177" y="184288"/>
                </a:lnTo>
                <a:lnTo>
                  <a:pt x="190475" y="199464"/>
                </a:lnTo>
                <a:lnTo>
                  <a:pt x="211803" y="214589"/>
                </a:lnTo>
                <a:lnTo>
                  <a:pt x="233160" y="229661"/>
                </a:lnTo>
                <a:lnTo>
                  <a:pt x="254546" y="244678"/>
                </a:lnTo>
                <a:lnTo>
                  <a:pt x="275959" y="259637"/>
                </a:lnTo>
                <a:lnTo>
                  <a:pt x="297399" y="274535"/>
                </a:lnTo>
                <a:lnTo>
                  <a:pt x="318865" y="289372"/>
                </a:lnTo>
                <a:lnTo>
                  <a:pt x="340356" y="304144"/>
                </a:lnTo>
                <a:lnTo>
                  <a:pt x="361872" y="318850"/>
                </a:lnTo>
                <a:lnTo>
                  <a:pt x="383411" y="333486"/>
                </a:lnTo>
                <a:lnTo>
                  <a:pt x="404974" y="348051"/>
                </a:lnTo>
                <a:lnTo>
                  <a:pt x="426558" y="362543"/>
                </a:lnTo>
                <a:lnTo>
                  <a:pt x="448163" y="376959"/>
                </a:lnTo>
                <a:lnTo>
                  <a:pt x="469790" y="391297"/>
                </a:lnTo>
                <a:lnTo>
                  <a:pt x="491435" y="405555"/>
                </a:lnTo>
                <a:lnTo>
                  <a:pt x="513100" y="419731"/>
                </a:lnTo>
                <a:lnTo>
                  <a:pt x="534783" y="433821"/>
                </a:lnTo>
                <a:lnTo>
                  <a:pt x="556483" y="447825"/>
                </a:lnTo>
                <a:lnTo>
                  <a:pt x="578199" y="461740"/>
                </a:lnTo>
                <a:lnTo>
                  <a:pt x="599932" y="475563"/>
                </a:lnTo>
                <a:lnTo>
                  <a:pt x="621679" y="489292"/>
                </a:lnTo>
                <a:lnTo>
                  <a:pt x="643441" y="502925"/>
                </a:lnTo>
                <a:lnTo>
                  <a:pt x="665216" y="516461"/>
                </a:lnTo>
                <a:lnTo>
                  <a:pt x="687003" y="529895"/>
                </a:lnTo>
                <a:lnTo>
                  <a:pt x="708803" y="543227"/>
                </a:lnTo>
                <a:lnTo>
                  <a:pt x="730613" y="556454"/>
                </a:lnTo>
                <a:lnTo>
                  <a:pt x="752434" y="569574"/>
                </a:lnTo>
                <a:lnTo>
                  <a:pt x="774265" y="582584"/>
                </a:lnTo>
                <a:lnTo>
                  <a:pt x="796104" y="595483"/>
                </a:lnTo>
                <a:lnTo>
                  <a:pt x="817951" y="608268"/>
                </a:lnTo>
                <a:lnTo>
                  <a:pt x="839805" y="620936"/>
                </a:lnTo>
                <a:lnTo>
                  <a:pt x="861666" y="633486"/>
                </a:lnTo>
                <a:lnTo>
                  <a:pt x="883533" y="645915"/>
                </a:lnTo>
                <a:lnTo>
                  <a:pt x="905404" y="658221"/>
                </a:lnTo>
                <a:lnTo>
                  <a:pt x="927280" y="670401"/>
                </a:lnTo>
                <a:lnTo>
                  <a:pt x="949159" y="682455"/>
                </a:lnTo>
                <a:lnTo>
                  <a:pt x="971040" y="694378"/>
                </a:lnTo>
                <a:lnTo>
                  <a:pt x="992924" y="706169"/>
                </a:lnTo>
                <a:lnTo>
                  <a:pt x="1014808" y="717826"/>
                </a:lnTo>
                <a:lnTo>
                  <a:pt x="1036693" y="729346"/>
                </a:lnTo>
                <a:lnTo>
                  <a:pt x="1058578" y="740728"/>
                </a:lnTo>
                <a:lnTo>
                  <a:pt x="1080462" y="751968"/>
                </a:lnTo>
                <a:lnTo>
                  <a:pt x="1102343" y="763065"/>
                </a:lnTo>
                <a:lnTo>
                  <a:pt x="1124222" y="774016"/>
                </a:lnTo>
                <a:lnTo>
                  <a:pt x="1146098" y="784819"/>
                </a:lnTo>
                <a:lnTo>
                  <a:pt x="1167969" y="795472"/>
                </a:lnTo>
                <a:lnTo>
                  <a:pt x="1189836" y="805972"/>
                </a:lnTo>
                <a:lnTo>
                  <a:pt x="1211697" y="816318"/>
                </a:lnTo>
                <a:lnTo>
                  <a:pt x="1233552" y="826506"/>
                </a:lnTo>
                <a:lnTo>
                  <a:pt x="1255399" y="836535"/>
                </a:lnTo>
                <a:lnTo>
                  <a:pt x="1277239" y="846402"/>
                </a:lnTo>
                <a:lnTo>
                  <a:pt x="1299070" y="856106"/>
                </a:lnTo>
                <a:lnTo>
                  <a:pt x="1320892" y="865643"/>
                </a:lnTo>
                <a:lnTo>
                  <a:pt x="1342704" y="875011"/>
                </a:lnTo>
                <a:lnTo>
                  <a:pt x="1364506" y="884209"/>
                </a:lnTo>
                <a:lnTo>
                  <a:pt x="1386295" y="893233"/>
                </a:lnTo>
                <a:lnTo>
                  <a:pt x="1408073" y="902082"/>
                </a:lnTo>
                <a:lnTo>
                  <a:pt x="1429838" y="910754"/>
                </a:lnTo>
                <a:lnTo>
                  <a:pt x="1451589" y="919245"/>
                </a:lnTo>
                <a:lnTo>
                  <a:pt x="1473325" y="927553"/>
                </a:lnTo>
                <a:lnTo>
                  <a:pt x="1495047" y="935677"/>
                </a:lnTo>
                <a:lnTo>
                  <a:pt x="1516752" y="943614"/>
                </a:lnTo>
                <a:lnTo>
                  <a:pt x="1538441" y="951361"/>
                </a:lnTo>
                <a:lnTo>
                  <a:pt x="1560113" y="958917"/>
                </a:lnTo>
                <a:lnTo>
                  <a:pt x="1581767" y="966279"/>
                </a:lnTo>
                <a:lnTo>
                  <a:pt x="1603402" y="973444"/>
                </a:lnTo>
                <a:lnTo>
                  <a:pt x="1625018" y="980410"/>
                </a:lnTo>
                <a:lnTo>
                  <a:pt x="1646614" y="987175"/>
                </a:lnTo>
                <a:lnTo>
                  <a:pt x="1668188" y="993737"/>
                </a:lnTo>
                <a:lnTo>
                  <a:pt x="1689741" y="1000093"/>
                </a:lnTo>
                <a:lnTo>
                  <a:pt x="1711272" y="1006240"/>
                </a:lnTo>
                <a:lnTo>
                  <a:pt x="1732780" y="1012177"/>
                </a:lnTo>
                <a:lnTo>
                  <a:pt x="1754263" y="1017901"/>
                </a:lnTo>
                <a:lnTo>
                  <a:pt x="1775723" y="1023409"/>
                </a:lnTo>
                <a:lnTo>
                  <a:pt x="1797157" y="1028700"/>
                </a:lnTo>
                <a:lnTo>
                  <a:pt x="1818565" y="1033770"/>
                </a:lnTo>
                <a:lnTo>
                  <a:pt x="1839946" y="1038618"/>
                </a:lnTo>
                <a:lnTo>
                  <a:pt x="1861299" y="1043240"/>
                </a:lnTo>
                <a:lnTo>
                  <a:pt x="1882625" y="1047636"/>
                </a:lnTo>
                <a:lnTo>
                  <a:pt x="1903921" y="1051801"/>
                </a:lnTo>
                <a:lnTo>
                  <a:pt x="1925188" y="1055734"/>
                </a:lnTo>
                <a:lnTo>
                  <a:pt x="1946424" y="1059431"/>
                </a:lnTo>
                <a:lnTo>
                  <a:pt x="1967628" y="1062892"/>
                </a:lnTo>
                <a:lnTo>
                  <a:pt x="1988801" y="1066113"/>
                </a:lnTo>
                <a:lnTo>
                  <a:pt x="2009940" y="1069092"/>
                </a:lnTo>
                <a:lnTo>
                  <a:pt x="2031046" y="1071826"/>
                </a:lnTo>
                <a:lnTo>
                  <a:pt x="2052117" y="1074313"/>
                </a:lnTo>
                <a:lnTo>
                  <a:pt x="2073153" y="1076550"/>
                </a:lnTo>
                <a:lnTo>
                  <a:pt x="2094152" y="1078535"/>
                </a:lnTo>
                <a:lnTo>
                  <a:pt x="2115115" y="1080265"/>
                </a:lnTo>
                <a:lnTo>
                  <a:pt x="2136039" y="1081738"/>
                </a:lnTo>
                <a:lnTo>
                  <a:pt x="2156925" y="1082952"/>
                </a:lnTo>
                <a:lnTo>
                  <a:pt x="2177770" y="1083903"/>
                </a:lnTo>
                <a:lnTo>
                  <a:pt x="2198576" y="1084590"/>
                </a:lnTo>
                <a:lnTo>
                  <a:pt x="2219339" y="1085009"/>
                </a:lnTo>
                <a:lnTo>
                  <a:pt x="2240060" y="1085159"/>
                </a:lnTo>
                <a:lnTo>
                  <a:pt x="2260737" y="1085037"/>
                </a:lnTo>
                <a:lnTo>
                  <a:pt x="2281370" y="1084639"/>
                </a:lnTo>
                <a:lnTo>
                  <a:pt x="2301958" y="1083965"/>
                </a:lnTo>
                <a:lnTo>
                  <a:pt x="2322498" y="1083011"/>
                </a:lnTo>
                <a:lnTo>
                  <a:pt x="2342992" y="1081774"/>
                </a:lnTo>
                <a:lnTo>
                  <a:pt x="2363436" y="1080253"/>
                </a:lnTo>
                <a:lnTo>
                  <a:pt x="2369597" y="1155821"/>
                </a:lnTo>
                <a:lnTo>
                  <a:pt x="2556259" y="1011742"/>
                </a:lnTo>
                <a:lnTo>
                  <a:pt x="2351083" y="928737"/>
                </a:lnTo>
                <a:lnTo>
                  <a:pt x="2357244" y="1004305"/>
                </a:lnTo>
                <a:lnTo>
                  <a:pt x="2337870" y="1005747"/>
                </a:lnTo>
                <a:lnTo>
                  <a:pt x="2318436" y="1006919"/>
                </a:lnTo>
                <a:lnTo>
                  <a:pt x="2298943" y="1007825"/>
                </a:lnTo>
                <a:lnTo>
                  <a:pt x="2279390" y="1008465"/>
                </a:lnTo>
                <a:lnTo>
                  <a:pt x="2259779" y="1008843"/>
                </a:lnTo>
                <a:lnTo>
                  <a:pt x="2240110" y="1008959"/>
                </a:lnTo>
                <a:lnTo>
                  <a:pt x="2220385" y="1008817"/>
                </a:lnTo>
                <a:lnTo>
                  <a:pt x="2200603" y="1008417"/>
                </a:lnTo>
                <a:lnTo>
                  <a:pt x="2180765" y="1007762"/>
                </a:lnTo>
                <a:lnTo>
                  <a:pt x="2160873" y="1006854"/>
                </a:lnTo>
                <a:lnTo>
                  <a:pt x="2140926" y="1005695"/>
                </a:lnTo>
                <a:lnTo>
                  <a:pt x="2120926" y="1004287"/>
                </a:lnTo>
                <a:lnTo>
                  <a:pt x="2100873" y="1002632"/>
                </a:lnTo>
                <a:lnTo>
                  <a:pt x="2080769" y="1000731"/>
                </a:lnTo>
                <a:lnTo>
                  <a:pt x="2060613" y="998588"/>
                </a:lnTo>
                <a:lnTo>
                  <a:pt x="2040407" y="996203"/>
                </a:lnTo>
                <a:lnTo>
                  <a:pt x="2020152" y="993579"/>
                </a:lnTo>
                <a:lnTo>
                  <a:pt x="1999848" y="990718"/>
                </a:lnTo>
                <a:lnTo>
                  <a:pt x="1979496" y="987622"/>
                </a:lnTo>
                <a:lnTo>
                  <a:pt x="1959098" y="984293"/>
                </a:lnTo>
                <a:lnTo>
                  <a:pt x="1938653" y="980733"/>
                </a:lnTo>
                <a:lnTo>
                  <a:pt x="1918163" y="976944"/>
                </a:lnTo>
                <a:lnTo>
                  <a:pt x="1897629" y="972927"/>
                </a:lnTo>
                <a:lnTo>
                  <a:pt x="1877052" y="968687"/>
                </a:lnTo>
                <a:lnTo>
                  <a:pt x="1856432" y="964223"/>
                </a:lnTo>
                <a:lnTo>
                  <a:pt x="1835771" y="959538"/>
                </a:lnTo>
                <a:lnTo>
                  <a:pt x="1815069" y="954635"/>
                </a:lnTo>
                <a:lnTo>
                  <a:pt x="1794327" y="949515"/>
                </a:lnTo>
                <a:lnTo>
                  <a:pt x="1773546" y="944181"/>
                </a:lnTo>
                <a:lnTo>
                  <a:pt x="1752727" y="938634"/>
                </a:lnTo>
                <a:lnTo>
                  <a:pt x="1731871" y="932877"/>
                </a:lnTo>
                <a:lnTo>
                  <a:pt x="1710979" y="926912"/>
                </a:lnTo>
                <a:lnTo>
                  <a:pt x="1690052" y="920741"/>
                </a:lnTo>
                <a:lnTo>
                  <a:pt x="1669090" y="914366"/>
                </a:lnTo>
                <a:lnTo>
                  <a:pt x="1648095" y="907789"/>
                </a:lnTo>
                <a:lnTo>
                  <a:pt x="1627068" y="901012"/>
                </a:lnTo>
                <a:lnTo>
                  <a:pt x="1606009" y="894038"/>
                </a:lnTo>
                <a:lnTo>
                  <a:pt x="1584920" y="886868"/>
                </a:lnTo>
                <a:lnTo>
                  <a:pt x="1563801" y="879505"/>
                </a:lnTo>
                <a:lnTo>
                  <a:pt x="1542654" y="871951"/>
                </a:lnTo>
                <a:lnTo>
                  <a:pt x="1521478" y="864208"/>
                </a:lnTo>
                <a:lnTo>
                  <a:pt x="1500276" y="856279"/>
                </a:lnTo>
                <a:lnTo>
                  <a:pt x="1479048" y="848164"/>
                </a:lnTo>
                <a:lnTo>
                  <a:pt x="1457795" y="839867"/>
                </a:lnTo>
                <a:lnTo>
                  <a:pt x="1436518" y="831390"/>
                </a:lnTo>
                <a:lnTo>
                  <a:pt x="1415217" y="822735"/>
                </a:lnTo>
                <a:lnTo>
                  <a:pt x="1393895" y="813904"/>
                </a:lnTo>
                <a:lnTo>
                  <a:pt x="1372551" y="804900"/>
                </a:lnTo>
                <a:lnTo>
                  <a:pt x="1351187" y="795724"/>
                </a:lnTo>
                <a:lnTo>
                  <a:pt x="1329803" y="786378"/>
                </a:lnTo>
                <a:lnTo>
                  <a:pt x="1308401" y="776865"/>
                </a:lnTo>
                <a:lnTo>
                  <a:pt x="1286982" y="767188"/>
                </a:lnTo>
                <a:lnTo>
                  <a:pt x="1265545" y="757348"/>
                </a:lnTo>
                <a:lnTo>
                  <a:pt x="1244093" y="747347"/>
                </a:lnTo>
                <a:lnTo>
                  <a:pt x="1222627" y="737188"/>
                </a:lnTo>
                <a:lnTo>
                  <a:pt x="1201146" y="726873"/>
                </a:lnTo>
                <a:lnTo>
                  <a:pt x="1179652" y="716404"/>
                </a:lnTo>
                <a:lnTo>
                  <a:pt x="1158146" y="705784"/>
                </a:lnTo>
                <a:lnTo>
                  <a:pt x="1136629" y="695014"/>
                </a:lnTo>
                <a:lnTo>
                  <a:pt x="1115102" y="684097"/>
                </a:lnTo>
                <a:lnTo>
                  <a:pt x="1093565" y="673035"/>
                </a:lnTo>
                <a:lnTo>
                  <a:pt x="1072020" y="661830"/>
                </a:lnTo>
                <a:lnTo>
                  <a:pt x="1050467" y="650485"/>
                </a:lnTo>
                <a:lnTo>
                  <a:pt x="1028908" y="639001"/>
                </a:lnTo>
                <a:lnTo>
                  <a:pt x="1007343" y="627381"/>
                </a:lnTo>
                <a:lnTo>
                  <a:pt x="985773" y="615628"/>
                </a:lnTo>
                <a:lnTo>
                  <a:pt x="964199" y="603743"/>
                </a:lnTo>
                <a:lnTo>
                  <a:pt x="942622" y="591728"/>
                </a:lnTo>
                <a:lnTo>
                  <a:pt x="921043" y="579587"/>
                </a:lnTo>
                <a:lnTo>
                  <a:pt x="899463" y="567320"/>
                </a:lnTo>
                <a:lnTo>
                  <a:pt x="877882" y="554931"/>
                </a:lnTo>
                <a:lnTo>
                  <a:pt x="856301" y="542422"/>
                </a:lnTo>
                <a:lnTo>
                  <a:pt x="834722" y="529794"/>
                </a:lnTo>
                <a:lnTo>
                  <a:pt x="813146" y="517050"/>
                </a:lnTo>
                <a:lnTo>
                  <a:pt x="791572" y="504193"/>
                </a:lnTo>
                <a:lnTo>
                  <a:pt x="770002" y="491224"/>
                </a:lnTo>
                <a:lnTo>
                  <a:pt x="748438" y="478147"/>
                </a:lnTo>
                <a:lnTo>
                  <a:pt x="726879" y="464962"/>
                </a:lnTo>
                <a:lnTo>
                  <a:pt x="705327" y="451672"/>
                </a:lnTo>
                <a:lnTo>
                  <a:pt x="683782" y="438280"/>
                </a:lnTo>
                <a:lnTo>
                  <a:pt x="662246" y="424788"/>
                </a:lnTo>
                <a:lnTo>
                  <a:pt x="640719" y="411198"/>
                </a:lnTo>
                <a:lnTo>
                  <a:pt x="619202" y="397512"/>
                </a:lnTo>
                <a:lnTo>
                  <a:pt x="597696" y="383732"/>
                </a:lnTo>
                <a:lnTo>
                  <a:pt x="576203" y="369862"/>
                </a:lnTo>
                <a:lnTo>
                  <a:pt x="554722" y="355902"/>
                </a:lnTo>
                <a:lnTo>
                  <a:pt x="533254" y="341856"/>
                </a:lnTo>
                <a:lnTo>
                  <a:pt x="511801" y="327725"/>
                </a:lnTo>
                <a:lnTo>
                  <a:pt x="490364" y="313512"/>
                </a:lnTo>
                <a:lnTo>
                  <a:pt x="468942" y="299218"/>
                </a:lnTo>
                <a:lnTo>
                  <a:pt x="447538" y="284848"/>
                </a:lnTo>
                <a:lnTo>
                  <a:pt x="426152" y="270401"/>
                </a:lnTo>
                <a:lnTo>
                  <a:pt x="404784" y="255882"/>
                </a:lnTo>
                <a:lnTo>
                  <a:pt x="383436" y="241291"/>
                </a:lnTo>
                <a:lnTo>
                  <a:pt x="362109" y="226632"/>
                </a:lnTo>
                <a:lnTo>
                  <a:pt x="340803" y="211906"/>
                </a:lnTo>
                <a:lnTo>
                  <a:pt x="319520" y="197116"/>
                </a:lnTo>
                <a:lnTo>
                  <a:pt x="298259" y="182263"/>
                </a:lnTo>
                <a:lnTo>
                  <a:pt x="277023" y="167352"/>
                </a:lnTo>
                <a:lnTo>
                  <a:pt x="255811" y="152382"/>
                </a:lnTo>
                <a:lnTo>
                  <a:pt x="234625" y="137358"/>
                </a:lnTo>
                <a:lnTo>
                  <a:pt x="213465" y="122280"/>
                </a:lnTo>
                <a:lnTo>
                  <a:pt x="192333" y="107151"/>
                </a:lnTo>
                <a:lnTo>
                  <a:pt x="171229" y="91975"/>
                </a:lnTo>
                <a:lnTo>
                  <a:pt x="150154" y="76751"/>
                </a:lnTo>
                <a:lnTo>
                  <a:pt x="129109" y="61484"/>
                </a:lnTo>
                <a:lnTo>
                  <a:pt x="108095" y="46175"/>
                </a:lnTo>
                <a:lnTo>
                  <a:pt x="87112" y="30827"/>
                </a:lnTo>
                <a:lnTo>
                  <a:pt x="66162" y="15441"/>
                </a:lnTo>
                <a:lnTo>
                  <a:pt x="45217" y="0"/>
                </a:lnTo>
                <a:close/>
              </a:path>
            </a:pathLst>
          </a:custGeom>
          <a:solidFill>
            <a:srgbClr val="8D9981"/>
          </a:solidFill>
          <a:ln w="0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97" name="Accessible design"/>
          <p:cNvGrpSpPr/>
          <p:nvPr/>
        </p:nvGrpSpPr>
        <p:grpSpPr>
          <a:xfrm>
            <a:off x="7132573" y="1812950"/>
            <a:ext cx="1888874" cy="717727"/>
            <a:chOff x="7248143" y="1753895"/>
            <a:chExt cx="1888874" cy="717727"/>
          </a:xfrm>
        </p:grpSpPr>
        <p:sp>
          <p:nvSpPr>
            <p:cNvPr id="30" name="Accessible design glyph 0"/>
            <p:cNvSpPr>
              <a:spLocks noGrp="1"/>
            </p:cNvSpPr>
            <p:nvPr/>
          </p:nvSpPr>
          <p:spPr>
            <a:xfrm rot="-2278296">
              <a:off x="7288143" y="2129870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a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31" name="Accessible design glyph 1"/>
            <p:cNvSpPr>
              <a:spLocks noGrp="1"/>
            </p:cNvSpPr>
            <p:nvPr/>
          </p:nvSpPr>
          <p:spPr>
            <a:xfrm rot="-2018944">
              <a:off x="7383808" y="2060851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c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32" name="Accessible design glyph 2"/>
            <p:cNvSpPr>
              <a:spLocks noGrp="1"/>
            </p:cNvSpPr>
            <p:nvPr/>
          </p:nvSpPr>
          <p:spPr>
            <a:xfrm rot="-1754209">
              <a:off x="7487104" y="1997700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c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33" name="Accessible design glyph 3"/>
            <p:cNvSpPr>
              <a:spLocks noGrp="1"/>
            </p:cNvSpPr>
            <p:nvPr/>
          </p:nvSpPr>
          <p:spPr>
            <a:xfrm rot="-1504017">
              <a:off x="7589798" y="1945039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34" name="Accessible design glyph 4"/>
            <p:cNvSpPr>
              <a:spLocks noGrp="1"/>
            </p:cNvSpPr>
            <p:nvPr/>
          </p:nvSpPr>
          <p:spPr>
            <a:xfrm rot="-1258486">
              <a:off x="7701392" y="1900301"/>
              <a:ext cx="166268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s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35" name="Accessible design glyph 5"/>
            <p:cNvSpPr>
              <a:spLocks noGrp="1"/>
            </p:cNvSpPr>
            <p:nvPr/>
          </p:nvSpPr>
          <p:spPr>
            <a:xfrm rot="-1044975">
              <a:off x="7796310" y="1867261"/>
              <a:ext cx="166268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s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36" name="Accessible design glyph 6"/>
            <p:cNvSpPr>
              <a:spLocks noGrp="1"/>
            </p:cNvSpPr>
            <p:nvPr/>
          </p:nvSpPr>
          <p:spPr>
            <a:xfrm rot="-852774">
              <a:off x="7896797" y="1842395"/>
              <a:ext cx="140894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i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37" name="Accessible design glyph 7"/>
            <p:cNvSpPr>
              <a:spLocks noGrp="1"/>
            </p:cNvSpPr>
            <p:nvPr/>
          </p:nvSpPr>
          <p:spPr>
            <a:xfrm rot="-635881">
              <a:off x="7972754" y="1820110"/>
              <a:ext cx="191643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b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38" name="Accessible design glyph 8"/>
            <p:cNvSpPr>
              <a:spLocks noGrp="1"/>
            </p:cNvSpPr>
            <p:nvPr/>
          </p:nvSpPr>
          <p:spPr>
            <a:xfrm rot="-430252">
              <a:off x="8095903" y="1804828"/>
              <a:ext cx="140894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l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39" name="Accessible design glyph 9"/>
            <p:cNvSpPr>
              <a:spLocks noGrp="1"/>
            </p:cNvSpPr>
            <p:nvPr/>
          </p:nvSpPr>
          <p:spPr>
            <a:xfrm rot="-226174">
              <a:off x="8175031" y="1795435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40" name="Accessible design glyph 11"/>
            <p:cNvSpPr>
              <a:spLocks noGrp="1"/>
            </p:cNvSpPr>
            <p:nvPr/>
          </p:nvSpPr>
          <p:spPr>
            <a:xfrm rot="171280">
              <a:off x="8360346" y="1793895"/>
              <a:ext cx="191643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d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41" name="Accessible design glyph 12"/>
            <p:cNvSpPr>
              <a:spLocks noGrp="1"/>
            </p:cNvSpPr>
            <p:nvPr/>
          </p:nvSpPr>
          <p:spPr>
            <a:xfrm rot="428281">
              <a:off x="8489274" y="1804599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42" name="Accessible design glyph 13"/>
            <p:cNvSpPr>
              <a:spLocks noGrp="1"/>
            </p:cNvSpPr>
            <p:nvPr/>
          </p:nvSpPr>
          <p:spPr>
            <a:xfrm rot="660809">
              <a:off x="8604138" y="1821934"/>
              <a:ext cx="166268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s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43" name="Accessible design glyph 14"/>
            <p:cNvSpPr>
              <a:spLocks noGrp="1"/>
            </p:cNvSpPr>
            <p:nvPr/>
          </p:nvSpPr>
          <p:spPr>
            <a:xfrm rot="850896">
              <a:off x="8703328" y="1841260"/>
              <a:ext cx="140894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i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44" name="Accessible design glyph 15"/>
            <p:cNvSpPr>
              <a:spLocks noGrp="1"/>
            </p:cNvSpPr>
            <p:nvPr/>
          </p:nvSpPr>
          <p:spPr>
            <a:xfrm rot="1080719">
              <a:off x="8779189" y="1870462"/>
              <a:ext cx="191643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g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45" name="Accessible design glyph 16"/>
            <p:cNvSpPr>
              <a:spLocks noGrp="1"/>
            </p:cNvSpPr>
            <p:nvPr/>
          </p:nvSpPr>
          <p:spPr>
            <a:xfrm rot="1381919">
              <a:off x="8905374" y="1917665"/>
              <a:ext cx="191643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n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grpSp>
        <p:nvGrpSpPr>
          <p:cNvPr id="198" name="User voices"/>
          <p:cNvGrpSpPr/>
          <p:nvPr/>
        </p:nvGrpSpPr>
        <p:grpSpPr>
          <a:xfrm>
            <a:off x="7536417" y="3486192"/>
            <a:ext cx="1296063" cy="485065"/>
            <a:chOff x="7536417" y="3486192"/>
            <a:chExt cx="1296063" cy="485065"/>
          </a:xfrm>
        </p:grpSpPr>
        <p:sp>
          <p:nvSpPr>
            <p:cNvPr id="46" name="User voices glyph 0"/>
            <p:cNvSpPr>
              <a:spLocks noGrp="1"/>
            </p:cNvSpPr>
            <p:nvPr/>
          </p:nvSpPr>
          <p:spPr>
            <a:xfrm rot="1105378">
              <a:off x="7576417" y="3526192"/>
              <a:ext cx="191643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u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47" name="User voices glyph 1"/>
            <p:cNvSpPr>
              <a:spLocks noGrp="1"/>
            </p:cNvSpPr>
            <p:nvPr/>
          </p:nvSpPr>
          <p:spPr>
            <a:xfrm rot="927408">
              <a:off x="7697546" y="3559255"/>
              <a:ext cx="166268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s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48" name="User voices glyph 2"/>
            <p:cNvSpPr>
              <a:spLocks noGrp="1"/>
            </p:cNvSpPr>
            <p:nvPr/>
          </p:nvSpPr>
          <p:spPr>
            <a:xfrm rot="748205">
              <a:off x="7795416" y="3585181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49" name="User voices glyph 3"/>
            <p:cNvSpPr>
              <a:spLocks noGrp="1"/>
            </p:cNvSpPr>
            <p:nvPr/>
          </p:nvSpPr>
          <p:spPr>
            <a:xfrm rot="569591">
              <a:off x="7907636" y="3604518"/>
              <a:ext cx="153467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r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50" name="User voices glyph 5"/>
            <p:cNvSpPr>
              <a:spLocks noGrp="1"/>
            </p:cNvSpPr>
            <p:nvPr/>
          </p:nvSpPr>
          <p:spPr>
            <a:xfrm rot="245807">
              <a:off x="8060122" y="3625058"/>
              <a:ext cx="191643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v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51" name="User voices glyph 6"/>
            <p:cNvSpPr>
              <a:spLocks noGrp="1"/>
            </p:cNvSpPr>
            <p:nvPr/>
          </p:nvSpPr>
          <p:spPr>
            <a:xfrm rot="-18968">
              <a:off x="8193817" y="3629505"/>
              <a:ext cx="191643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o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52" name="User voices glyph 7"/>
            <p:cNvSpPr>
              <a:spLocks noGrp="1"/>
            </p:cNvSpPr>
            <p:nvPr/>
          </p:nvSpPr>
          <p:spPr>
            <a:xfrm rot="-223773">
              <a:off x="8319549" y="3625971"/>
              <a:ext cx="140894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i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53" name="User voices glyph 8"/>
            <p:cNvSpPr>
              <a:spLocks noGrp="1"/>
            </p:cNvSpPr>
            <p:nvPr/>
          </p:nvSpPr>
          <p:spPr>
            <a:xfrm rot="-427279">
              <a:off x="8398314" y="3616694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c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54" name="User voices glyph 9"/>
            <p:cNvSpPr>
              <a:spLocks noGrp="1"/>
            </p:cNvSpPr>
            <p:nvPr/>
          </p:nvSpPr>
          <p:spPr>
            <a:xfrm rot="-668210">
              <a:off x="8512216" y="3598393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55" name="User voices glyph 10"/>
            <p:cNvSpPr>
              <a:spLocks noGrp="1"/>
            </p:cNvSpPr>
            <p:nvPr/>
          </p:nvSpPr>
          <p:spPr>
            <a:xfrm rot="-898367">
              <a:off x="8626212" y="3573412"/>
              <a:ext cx="166268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s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grpSp>
        <p:nvGrpSpPr>
          <p:cNvPr id="199" name="Expertise"/>
          <p:cNvGrpSpPr/>
          <p:nvPr/>
        </p:nvGrpSpPr>
        <p:grpSpPr>
          <a:xfrm>
            <a:off x="7721031" y="5441288"/>
            <a:ext cx="993720" cy="700435"/>
            <a:chOff x="7549581" y="5378423"/>
            <a:chExt cx="993720" cy="700435"/>
          </a:xfrm>
        </p:grpSpPr>
        <p:sp>
          <p:nvSpPr>
            <p:cNvPr id="56" name="Expertise glyph 0"/>
            <p:cNvSpPr>
              <a:spLocks noGrp="1"/>
            </p:cNvSpPr>
            <p:nvPr/>
          </p:nvSpPr>
          <p:spPr>
            <a:xfrm rot="754400">
              <a:off x="7589581" y="5418423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57" name="Expertise glyph 1"/>
            <p:cNvSpPr>
              <a:spLocks noGrp="1"/>
            </p:cNvSpPr>
            <p:nvPr/>
          </p:nvSpPr>
          <p:spPr>
            <a:xfrm rot="967146">
              <a:off x="7702081" y="5448856"/>
              <a:ext cx="191643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x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58" name="Expertise glyph 2"/>
            <p:cNvSpPr>
              <a:spLocks noGrp="1"/>
            </p:cNvSpPr>
            <p:nvPr/>
          </p:nvSpPr>
          <p:spPr>
            <a:xfrm rot="1183899">
              <a:off x="7825678" y="5488867"/>
              <a:ext cx="191643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p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59" name="Expertise glyph 3"/>
            <p:cNvSpPr>
              <a:spLocks noGrp="1"/>
            </p:cNvSpPr>
            <p:nvPr/>
          </p:nvSpPr>
          <p:spPr>
            <a:xfrm rot="1369965">
              <a:off x="7940450" y="5531104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60" name="Expertise glyph 4"/>
            <p:cNvSpPr>
              <a:spLocks noGrp="1"/>
            </p:cNvSpPr>
            <p:nvPr/>
          </p:nvSpPr>
          <p:spPr>
            <a:xfrm rot="1526798">
              <a:off x="8046321" y="5572881"/>
              <a:ext cx="153467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r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61" name="Expertise glyph 5"/>
            <p:cNvSpPr>
              <a:spLocks noGrp="1"/>
            </p:cNvSpPr>
            <p:nvPr/>
          </p:nvSpPr>
          <p:spPr>
            <a:xfrm rot="1639936">
              <a:off x="8120974" y="5606810"/>
              <a:ext cx="140894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t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62" name="Expertise glyph 6"/>
            <p:cNvSpPr>
              <a:spLocks noGrp="1"/>
            </p:cNvSpPr>
            <p:nvPr/>
          </p:nvSpPr>
          <p:spPr>
            <a:xfrm rot="1743081">
              <a:off x="8184201" y="5640706"/>
              <a:ext cx="140894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i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63" name="Expertise glyph 7"/>
            <p:cNvSpPr>
              <a:spLocks noGrp="1"/>
            </p:cNvSpPr>
            <p:nvPr/>
          </p:nvSpPr>
          <p:spPr>
            <a:xfrm rot="1859748">
              <a:off x="8244131" y="5682682"/>
              <a:ext cx="166268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s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64" name="Expertise glyph 8"/>
            <p:cNvSpPr>
              <a:spLocks noGrp="1"/>
            </p:cNvSpPr>
            <p:nvPr/>
          </p:nvSpPr>
          <p:spPr>
            <a:xfrm rot="1996360">
              <a:off x="8324460" y="5737106"/>
              <a:ext cx="178841" cy="30175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0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0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8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grpSp>
        <p:nvGrpSpPr>
          <p:cNvPr id="200" name="Reusable knowledge"/>
          <p:cNvGrpSpPr/>
          <p:nvPr/>
        </p:nvGrpSpPr>
        <p:grpSpPr>
          <a:xfrm>
            <a:off x="6984578" y="6584136"/>
            <a:ext cx="1772941" cy="1040656"/>
            <a:chOff x="6838528" y="6509206"/>
            <a:chExt cx="1772941" cy="1040656"/>
          </a:xfrm>
        </p:grpSpPr>
        <p:sp>
          <p:nvSpPr>
            <p:cNvPr id="65" name="Reusable knowledge glyph 0"/>
            <p:cNvSpPr>
              <a:spLocks noGrp="1"/>
            </p:cNvSpPr>
            <p:nvPr/>
          </p:nvSpPr>
          <p:spPr>
            <a:xfrm rot="1999227">
              <a:off x="6878528" y="6549206"/>
              <a:ext cx="147123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r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66" name="Reusable knowledge glyph 1"/>
            <p:cNvSpPr>
              <a:spLocks noGrp="1"/>
            </p:cNvSpPr>
            <p:nvPr/>
          </p:nvSpPr>
          <p:spPr>
            <a:xfrm rot="1964568">
              <a:off x="6937725" y="6595263"/>
              <a:ext cx="170383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67" name="Reusable knowledge glyph 2"/>
            <p:cNvSpPr>
              <a:spLocks noGrp="1"/>
            </p:cNvSpPr>
            <p:nvPr/>
          </p:nvSpPr>
          <p:spPr>
            <a:xfrm rot="1920402">
              <a:off x="7016323" y="6648824"/>
              <a:ext cx="18211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u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68" name="Reusable knowledge glyph 3"/>
            <p:cNvSpPr>
              <a:spLocks noGrp="1"/>
            </p:cNvSpPr>
            <p:nvPr/>
          </p:nvSpPr>
          <p:spPr>
            <a:xfrm rot="1872793">
              <a:off x="7112775" y="6701038"/>
              <a:ext cx="15885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s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69" name="Reusable knowledge glyph 4"/>
            <p:cNvSpPr>
              <a:spLocks noGrp="1"/>
            </p:cNvSpPr>
            <p:nvPr/>
          </p:nvSpPr>
          <p:spPr>
            <a:xfrm rot="1827107">
              <a:off x="7183185" y="6746512"/>
              <a:ext cx="170383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a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70" name="Reusable knowledge glyph 5"/>
            <p:cNvSpPr>
              <a:spLocks noGrp="1"/>
            </p:cNvSpPr>
            <p:nvPr/>
          </p:nvSpPr>
          <p:spPr>
            <a:xfrm rot="1769396">
              <a:off x="7267240" y="6798382"/>
              <a:ext cx="18211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b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71" name="Reusable knowledge glyph 6"/>
            <p:cNvSpPr>
              <a:spLocks noGrp="1"/>
            </p:cNvSpPr>
            <p:nvPr/>
          </p:nvSpPr>
          <p:spPr>
            <a:xfrm rot="1716768">
              <a:off x="7367173" y="6840981"/>
              <a:ext cx="13559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l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72" name="Reusable knowledge glyph 7"/>
            <p:cNvSpPr>
              <a:spLocks noGrp="1"/>
            </p:cNvSpPr>
            <p:nvPr/>
          </p:nvSpPr>
          <p:spPr>
            <a:xfrm rot="1667439">
              <a:off x="7417599" y="6877355"/>
              <a:ext cx="170383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73" name="Reusable knowledge glyph 9"/>
            <p:cNvSpPr>
              <a:spLocks noGrp="1"/>
            </p:cNvSpPr>
            <p:nvPr/>
          </p:nvSpPr>
          <p:spPr>
            <a:xfrm rot="1552452">
              <a:off x="7556882" y="6950846"/>
              <a:ext cx="18211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k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74" name="Reusable knowledge glyph 10"/>
            <p:cNvSpPr>
              <a:spLocks noGrp="1"/>
            </p:cNvSpPr>
            <p:nvPr/>
          </p:nvSpPr>
          <p:spPr>
            <a:xfrm rot="1465052">
              <a:off x="7657000" y="6997866"/>
              <a:ext cx="18211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n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75" name="Reusable knowledge glyph 11"/>
            <p:cNvSpPr>
              <a:spLocks noGrp="1"/>
            </p:cNvSpPr>
            <p:nvPr/>
          </p:nvSpPr>
          <p:spPr>
            <a:xfrm rot="1370222">
              <a:off x="7757352" y="7041791"/>
              <a:ext cx="18211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o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76" name="Reusable knowledge glyph 12"/>
            <p:cNvSpPr>
              <a:spLocks noGrp="1"/>
            </p:cNvSpPr>
            <p:nvPr/>
          </p:nvSpPr>
          <p:spPr>
            <a:xfrm rot="1237850">
              <a:off x="7862108" y="7092878"/>
              <a:ext cx="22863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w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77" name="Reusable knowledge glyph 13"/>
            <p:cNvSpPr>
              <a:spLocks noGrp="1"/>
            </p:cNvSpPr>
            <p:nvPr/>
          </p:nvSpPr>
          <p:spPr>
            <a:xfrm rot="1113075">
              <a:off x="8018587" y="7132050"/>
              <a:ext cx="13559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l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78" name="Reusable knowledge glyph 14"/>
            <p:cNvSpPr>
              <a:spLocks noGrp="1"/>
            </p:cNvSpPr>
            <p:nvPr/>
          </p:nvSpPr>
          <p:spPr>
            <a:xfrm rot="1017888">
              <a:off x="8079194" y="7157044"/>
              <a:ext cx="170383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79" name="Reusable knowledge glyph 15"/>
            <p:cNvSpPr>
              <a:spLocks noGrp="1"/>
            </p:cNvSpPr>
            <p:nvPr/>
          </p:nvSpPr>
          <p:spPr>
            <a:xfrm rot="885782">
              <a:off x="8174386" y="7185793"/>
              <a:ext cx="18211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d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80" name="Reusable knowledge glyph 16"/>
            <p:cNvSpPr>
              <a:spLocks noGrp="1"/>
            </p:cNvSpPr>
            <p:nvPr/>
          </p:nvSpPr>
          <p:spPr>
            <a:xfrm rot="722712">
              <a:off x="8289359" y="7213239"/>
              <a:ext cx="182118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g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  <p:sp>
          <p:nvSpPr>
            <p:cNvPr id="81" name="Reusable knowledge glyph 17"/>
            <p:cNvSpPr>
              <a:spLocks noGrp="1"/>
            </p:cNvSpPr>
            <p:nvPr/>
          </p:nvSpPr>
          <p:spPr>
            <a:xfrm rot="559842">
              <a:off x="8401086" y="7233256"/>
              <a:ext cx="170383" cy="2766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650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650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</a:t>
              </a:r>
              <a:endParaRPr sz="165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sp>
        <p:nvSpPr>
          <p:cNvPr id="82" name="Project Development"/>
          <p:cNvSpPr>
            <a:spLocks noGrp="1"/>
          </p:cNvSpPr>
          <p:nvPr/>
        </p:nvSpPr>
        <p:spPr>
          <a:xfrm>
            <a:off x="2876550" y="3133725"/>
            <a:ext cx="30099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625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2625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625" b="1">
                <a:solidFill>
                  <a:srgbClr val="4B39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PROJECT</a:t>
            </a:r>
            <a:endParaRPr sz="2625" b="1">
              <a:solidFill>
                <a:srgbClr val="4B3900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  <a:p>
            <a:pPr algn="ctr">
              <a:defRPr sz="2625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625" b="1">
                <a:solidFill>
                  <a:srgbClr val="4B39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DEVELOPMENT</a:t>
            </a:r>
            <a:endParaRPr sz="2625" b="1">
              <a:solidFill>
                <a:srgbClr val="4B3900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  <p:sp>
        <p:nvSpPr>
          <p:cNvPr id="83" name="ByeGerm"/>
          <p:cNvSpPr>
            <a:spLocks noGrp="1"/>
          </p:cNvSpPr>
          <p:nvPr/>
        </p:nvSpPr>
        <p:spPr>
          <a:xfrm>
            <a:off x="3400425" y="4086225"/>
            <a:ext cx="1971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625" b="1">
                <a:solidFill>
                  <a:srgbClr val="3D17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defPPr>
          </a:lstStyle>
          <a:p>
            <a:pPr algn="ctr">
              <a:defRPr sz="2625" b="1">
                <a:solidFill>
                  <a:srgbClr val="3D17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625" b="1">
                <a:solidFill>
                  <a:srgbClr val="4B3900"/>
                </a:solidFill>
                <a:latin typeface="Calibri" panose="020F0502020204030204" charset="0"/>
                <a:ea typeface="Arial" panose="020B0604020202020204"/>
                <a:cs typeface="Calibri" panose="020F0502020204030204" charset="0"/>
              </a:rPr>
              <a:t>ByeGerm</a:t>
            </a:r>
            <a:endParaRPr sz="2625" b="1">
              <a:solidFill>
                <a:srgbClr val="4B3900"/>
              </a:solidFill>
              <a:latin typeface="Calibri" panose="020F0502020204030204" charset="0"/>
              <a:ea typeface="Arial" panose="020B0604020202020204"/>
              <a:cs typeface="Calibri" panose="020F0502020204030204" charset="0"/>
            </a:endParaRPr>
          </a:p>
        </p:txBody>
      </p:sp>
      <p:grpSp>
        <p:nvGrpSpPr>
          <p:cNvPr id="201" name="Node Main Listen"/>
          <p:cNvGrpSpPr/>
          <p:nvPr/>
        </p:nvGrpSpPr>
        <p:grpSpPr>
          <a:xfrm>
            <a:off x="3522350" y="1103000"/>
            <a:ext cx="1718300" cy="1546850"/>
            <a:chOff x="3522350" y="1103000"/>
            <a:chExt cx="1718300" cy="1546850"/>
          </a:xfrm>
        </p:grpSpPr>
        <p:sp>
          <p:nvSpPr>
            <p:cNvPr id="86" name="Node Main Listen outer white circle"/>
            <p:cNvSpPr>
              <a:spLocks noGrp="1"/>
            </p:cNvSpPr>
            <p:nvPr/>
          </p:nvSpPr>
          <p:spPr>
            <a:xfrm>
              <a:off x="3848100" y="1143000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87" name="Node Main Listen inner fill"/>
            <p:cNvSpPr>
              <a:spLocks noGrp="1"/>
            </p:cNvSpPr>
            <p:nvPr/>
          </p:nvSpPr>
          <p:spPr>
            <a:xfrm>
              <a:off x="3905250" y="1200150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E3EAEB"/>
                </a:gs>
                <a:gs pos="100000">
                  <a:srgbClr val="E3EAEB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89" name="Node Main Listen complete outline"/>
            <p:cNvSpPr>
              <a:spLocks noGrp="1"/>
            </p:cNvSpPr>
            <p:nvPr/>
          </p:nvSpPr>
          <p:spPr>
            <a:xfrm>
              <a:off x="3848100" y="1143000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90" name="Node Main Listen editable label"/>
            <p:cNvSpPr>
              <a:spLocks noGrp="1"/>
            </p:cNvSpPr>
            <p:nvPr/>
          </p:nvSpPr>
          <p:spPr>
            <a:xfrm>
              <a:off x="3562350" y="2266950"/>
              <a:ext cx="1638300" cy="342900"/>
            </a:xfrm>
            <a:prstGeom prst="roundRect">
              <a:avLst>
                <a:gd name="adj" fmla="val 50000"/>
              </a:avLst>
            </a:prstGeom>
            <a:solidFill>
              <a:srgbClr val="E3EAEB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75" b="1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75" b="1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75" b="1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LISTEN</a:t>
              </a:r>
              <a:endParaRPr sz="1875" b="1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88" name="图片 8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962400" y="1257300"/>
            <a:ext cx="838200" cy="838200"/>
          </a:xfrm>
          <a:prstGeom prst="ellipse">
            <a:avLst/>
          </a:prstGeom>
        </p:spPr>
      </p:pic>
      <p:grpSp>
        <p:nvGrpSpPr>
          <p:cNvPr id="202" name="Node Extend"/>
          <p:cNvGrpSpPr/>
          <p:nvPr/>
        </p:nvGrpSpPr>
        <p:grpSpPr>
          <a:xfrm>
            <a:off x="1167059" y="2814219"/>
            <a:ext cx="1718300" cy="1546850"/>
            <a:chOff x="1167059" y="2814219"/>
            <a:chExt cx="1718300" cy="1546850"/>
          </a:xfrm>
        </p:grpSpPr>
        <p:sp>
          <p:nvSpPr>
            <p:cNvPr id="91" name="Node Extend outer white circle"/>
            <p:cNvSpPr>
              <a:spLocks noGrp="1"/>
            </p:cNvSpPr>
            <p:nvPr/>
          </p:nvSpPr>
          <p:spPr>
            <a:xfrm>
              <a:off x="1492809" y="2854219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92" name="Node Extend inner fill"/>
            <p:cNvSpPr>
              <a:spLocks noGrp="1"/>
            </p:cNvSpPr>
            <p:nvPr/>
          </p:nvSpPr>
          <p:spPr>
            <a:xfrm>
              <a:off x="1549959" y="2911369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F6E8CF"/>
                </a:gs>
                <a:gs pos="100000">
                  <a:srgbClr val="F6E8CF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94" name="Node Extend complete outline"/>
            <p:cNvSpPr>
              <a:spLocks noGrp="1"/>
            </p:cNvSpPr>
            <p:nvPr/>
          </p:nvSpPr>
          <p:spPr>
            <a:xfrm>
              <a:off x="1492809" y="2854219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95" name="Node Extend editable label"/>
            <p:cNvSpPr>
              <a:spLocks noGrp="1"/>
            </p:cNvSpPr>
            <p:nvPr/>
          </p:nvSpPr>
          <p:spPr>
            <a:xfrm>
              <a:off x="1207059" y="3978169"/>
              <a:ext cx="1638300" cy="342900"/>
            </a:xfrm>
            <a:prstGeom prst="roundRect">
              <a:avLst>
                <a:gd name="adj" fmla="val 50000"/>
              </a:avLst>
            </a:prstGeom>
            <a:solidFill>
              <a:srgbClr val="F6E8CF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75" b="1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75" b="1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75" b="1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EXTEND</a:t>
              </a:r>
              <a:endParaRPr sz="1875" b="1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93" name="图片 9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07109" y="2968519"/>
            <a:ext cx="838200" cy="838200"/>
          </a:xfrm>
          <a:prstGeom prst="ellipse">
            <a:avLst/>
          </a:prstGeom>
        </p:spPr>
      </p:pic>
      <p:grpSp>
        <p:nvGrpSpPr>
          <p:cNvPr id="203" name="Node Define"/>
          <p:cNvGrpSpPr/>
          <p:nvPr/>
        </p:nvGrpSpPr>
        <p:grpSpPr>
          <a:xfrm>
            <a:off x="5877641" y="2814219"/>
            <a:ext cx="1718300" cy="1546850"/>
            <a:chOff x="5877641" y="2814219"/>
            <a:chExt cx="1718300" cy="1546850"/>
          </a:xfrm>
        </p:grpSpPr>
        <p:sp>
          <p:nvSpPr>
            <p:cNvPr id="96" name="Node Define outer white circle"/>
            <p:cNvSpPr>
              <a:spLocks noGrp="1"/>
            </p:cNvSpPr>
            <p:nvPr/>
          </p:nvSpPr>
          <p:spPr>
            <a:xfrm>
              <a:off x="6203391" y="2854219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97" name="Node Define inner fill"/>
            <p:cNvSpPr>
              <a:spLocks noGrp="1"/>
            </p:cNvSpPr>
            <p:nvPr/>
          </p:nvSpPr>
          <p:spPr>
            <a:xfrm>
              <a:off x="6260541" y="2911369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EBEDDE"/>
                </a:gs>
                <a:gs pos="100000">
                  <a:srgbClr val="EBEDDE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99" name="Node Define complete outline"/>
            <p:cNvSpPr>
              <a:spLocks noGrp="1"/>
            </p:cNvSpPr>
            <p:nvPr/>
          </p:nvSpPr>
          <p:spPr>
            <a:xfrm>
              <a:off x="6203391" y="2854219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00" name="Node Define editable label"/>
            <p:cNvSpPr>
              <a:spLocks noGrp="1"/>
            </p:cNvSpPr>
            <p:nvPr/>
          </p:nvSpPr>
          <p:spPr>
            <a:xfrm>
              <a:off x="5917641" y="3978169"/>
              <a:ext cx="1638300" cy="342900"/>
            </a:xfrm>
            <a:prstGeom prst="roundRect">
              <a:avLst>
                <a:gd name="adj" fmla="val 50000"/>
              </a:avLst>
            </a:prstGeom>
            <a:solidFill>
              <a:srgbClr val="EBEDDE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75" b="1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75" b="1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75" b="1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DEFINE</a:t>
              </a:r>
              <a:endParaRPr sz="1875" b="1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98" name="图片 9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17691" y="2968519"/>
            <a:ext cx="838200" cy="838200"/>
          </a:xfrm>
          <a:prstGeom prst="ellipse">
            <a:avLst/>
          </a:prstGeom>
        </p:spPr>
      </p:pic>
      <p:grpSp>
        <p:nvGrpSpPr>
          <p:cNvPr id="204" name="Node Engineer"/>
          <p:cNvGrpSpPr/>
          <p:nvPr/>
        </p:nvGrpSpPr>
        <p:grpSpPr>
          <a:xfrm>
            <a:off x="2066700" y="5583031"/>
            <a:ext cx="1718300" cy="1546850"/>
            <a:chOff x="2066700" y="5583031"/>
            <a:chExt cx="1718300" cy="1546850"/>
          </a:xfrm>
        </p:grpSpPr>
        <p:sp>
          <p:nvSpPr>
            <p:cNvPr id="101" name="Node Engineer outer white circle"/>
            <p:cNvSpPr>
              <a:spLocks noGrp="1"/>
            </p:cNvSpPr>
            <p:nvPr/>
          </p:nvSpPr>
          <p:spPr>
            <a:xfrm>
              <a:off x="2392450" y="5623031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02" name="Node Engineer inner fill"/>
            <p:cNvSpPr>
              <a:spLocks noGrp="1"/>
            </p:cNvSpPr>
            <p:nvPr/>
          </p:nvSpPr>
          <p:spPr>
            <a:xfrm>
              <a:off x="2449600" y="5680181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E8E5EF"/>
                </a:gs>
                <a:gs pos="100000">
                  <a:srgbClr val="E8E5EF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04" name="Node Engineer complete outline"/>
            <p:cNvSpPr>
              <a:spLocks noGrp="1"/>
            </p:cNvSpPr>
            <p:nvPr/>
          </p:nvSpPr>
          <p:spPr>
            <a:xfrm>
              <a:off x="2392450" y="5623031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05" name="Node Engineer editable label"/>
            <p:cNvSpPr>
              <a:spLocks noGrp="1"/>
            </p:cNvSpPr>
            <p:nvPr/>
          </p:nvSpPr>
          <p:spPr>
            <a:xfrm>
              <a:off x="2106700" y="6746981"/>
              <a:ext cx="1638300" cy="342900"/>
            </a:xfrm>
            <a:prstGeom prst="roundRect">
              <a:avLst>
                <a:gd name="adj" fmla="val 50000"/>
              </a:avLst>
            </a:prstGeom>
            <a:solidFill>
              <a:srgbClr val="E8E5EF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75" b="1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75" b="1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75" b="1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ENGINEER</a:t>
              </a:r>
              <a:endParaRPr sz="1875" b="1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03" name="图片 10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506750" y="5737331"/>
            <a:ext cx="838200" cy="838200"/>
          </a:xfrm>
          <a:prstGeom prst="ellipse">
            <a:avLst/>
          </a:prstGeom>
        </p:spPr>
      </p:pic>
      <p:grpSp>
        <p:nvGrpSpPr>
          <p:cNvPr id="205" name="Node Build"/>
          <p:cNvGrpSpPr/>
          <p:nvPr/>
        </p:nvGrpSpPr>
        <p:grpSpPr>
          <a:xfrm>
            <a:off x="4978000" y="5583031"/>
            <a:ext cx="1718300" cy="1546850"/>
            <a:chOff x="4978000" y="5583031"/>
            <a:chExt cx="1718300" cy="1546850"/>
          </a:xfrm>
        </p:grpSpPr>
        <p:sp>
          <p:nvSpPr>
            <p:cNvPr id="106" name="Node Build outer white circle"/>
            <p:cNvSpPr>
              <a:spLocks noGrp="1"/>
            </p:cNvSpPr>
            <p:nvPr/>
          </p:nvSpPr>
          <p:spPr>
            <a:xfrm>
              <a:off x="5303750" y="5623031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07" name="Node Build inner fill"/>
            <p:cNvSpPr>
              <a:spLocks noGrp="1"/>
            </p:cNvSpPr>
            <p:nvPr/>
          </p:nvSpPr>
          <p:spPr>
            <a:xfrm>
              <a:off x="5360900" y="5680181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F7DFD0"/>
                </a:gs>
                <a:gs pos="100000">
                  <a:srgbClr val="F7DFD0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09" name="Node Build complete outline"/>
            <p:cNvSpPr>
              <a:spLocks noGrp="1"/>
            </p:cNvSpPr>
            <p:nvPr/>
          </p:nvSpPr>
          <p:spPr>
            <a:xfrm>
              <a:off x="5303750" y="5623031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10" name="Node Build editable label"/>
            <p:cNvSpPr>
              <a:spLocks noGrp="1"/>
            </p:cNvSpPr>
            <p:nvPr/>
          </p:nvSpPr>
          <p:spPr>
            <a:xfrm>
              <a:off x="5018000" y="6746981"/>
              <a:ext cx="1638300" cy="342900"/>
            </a:xfrm>
            <a:prstGeom prst="roundRect">
              <a:avLst>
                <a:gd name="adj" fmla="val 50000"/>
              </a:avLst>
            </a:prstGeom>
            <a:solidFill>
              <a:srgbClr val="F7DFD0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875" b="1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875" b="1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875" b="1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BUILD</a:t>
              </a:r>
              <a:endParaRPr sz="1875" b="1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08" name="图片 10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418050" y="5737331"/>
            <a:ext cx="838200" cy="838200"/>
          </a:xfrm>
          <a:prstGeom prst="ellipse">
            <a:avLst/>
          </a:prstGeom>
        </p:spPr>
      </p:pic>
      <p:grpSp>
        <p:nvGrpSpPr>
          <p:cNvPr id="206" name="Node Hardware"/>
          <p:cNvGrpSpPr/>
          <p:nvPr/>
        </p:nvGrpSpPr>
        <p:grpSpPr>
          <a:xfrm rot="0">
            <a:off x="509265" y="6318883"/>
            <a:ext cx="1143009" cy="1379854"/>
            <a:chOff x="354620" y="6624796"/>
            <a:chExt cx="1143000" cy="1379845"/>
          </a:xfrm>
        </p:grpSpPr>
        <p:sp>
          <p:nvSpPr>
            <p:cNvPr id="111" name="Node Hardware outer white circle"/>
            <p:cNvSpPr>
              <a:spLocks noGrp="1"/>
            </p:cNvSpPr>
            <p:nvPr/>
          </p:nvSpPr>
          <p:spPr>
            <a:xfrm>
              <a:off x="426375" y="6624796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12" name="Node Hardware inner fill"/>
            <p:cNvSpPr>
              <a:spLocks noGrp="1"/>
            </p:cNvSpPr>
            <p:nvPr/>
          </p:nvSpPr>
          <p:spPr>
            <a:xfrm>
              <a:off x="483525" y="6681946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E8E5EF"/>
                </a:gs>
                <a:gs pos="100000">
                  <a:srgbClr val="E8E5EF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14" name="Node Hardware complete outline"/>
            <p:cNvSpPr>
              <a:spLocks noGrp="1"/>
            </p:cNvSpPr>
            <p:nvPr/>
          </p:nvSpPr>
          <p:spPr>
            <a:xfrm>
              <a:off x="426375" y="6624796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15" name="Node Hardware editable label"/>
            <p:cNvSpPr>
              <a:spLocks noGrp="1"/>
            </p:cNvSpPr>
            <p:nvPr/>
          </p:nvSpPr>
          <p:spPr>
            <a:xfrm>
              <a:off x="354620" y="7718891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E8E5EF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Hardware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13" name="图片 11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95325" y="6433185"/>
            <a:ext cx="838200" cy="838200"/>
          </a:xfrm>
          <a:prstGeom prst="ellipse">
            <a:avLst/>
          </a:prstGeom>
        </p:spPr>
      </p:pic>
      <p:grpSp>
        <p:nvGrpSpPr>
          <p:cNvPr id="207" name="Node Software"/>
          <p:cNvGrpSpPr/>
          <p:nvPr/>
        </p:nvGrpSpPr>
        <p:grpSpPr>
          <a:xfrm>
            <a:off x="1586525" y="7823046"/>
            <a:ext cx="1223000" cy="1489700"/>
            <a:chOff x="1586525" y="7823046"/>
            <a:chExt cx="1223000" cy="1489700"/>
          </a:xfrm>
        </p:grpSpPr>
        <p:sp>
          <p:nvSpPr>
            <p:cNvPr id="116" name="Node Software outer white circle"/>
            <p:cNvSpPr>
              <a:spLocks noGrp="1"/>
            </p:cNvSpPr>
            <p:nvPr/>
          </p:nvSpPr>
          <p:spPr>
            <a:xfrm>
              <a:off x="1664625" y="7863046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17" name="Node Software inner fill"/>
            <p:cNvSpPr>
              <a:spLocks noGrp="1"/>
            </p:cNvSpPr>
            <p:nvPr/>
          </p:nvSpPr>
          <p:spPr>
            <a:xfrm>
              <a:off x="1721775" y="7920196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E8E5EF"/>
                </a:gs>
                <a:gs pos="100000">
                  <a:srgbClr val="E8E5EF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19" name="Node Software complete outline"/>
            <p:cNvSpPr>
              <a:spLocks noGrp="1"/>
            </p:cNvSpPr>
            <p:nvPr/>
          </p:nvSpPr>
          <p:spPr>
            <a:xfrm>
              <a:off x="1664625" y="7863046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20" name="Node Software editable label"/>
            <p:cNvSpPr>
              <a:spLocks noGrp="1"/>
            </p:cNvSpPr>
            <p:nvPr/>
          </p:nvSpPr>
          <p:spPr>
            <a:xfrm>
              <a:off x="1626525" y="8986996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E8E5EF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Software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18" name="图片 11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778925" y="7977346"/>
            <a:ext cx="838200" cy="838200"/>
          </a:xfrm>
          <a:prstGeom prst="ellipse">
            <a:avLst/>
          </a:prstGeom>
        </p:spPr>
      </p:pic>
      <p:grpSp>
        <p:nvGrpSpPr>
          <p:cNvPr id="208" name="Node WetLab"/>
          <p:cNvGrpSpPr/>
          <p:nvPr/>
        </p:nvGrpSpPr>
        <p:grpSpPr>
          <a:xfrm>
            <a:off x="4350075" y="7696856"/>
            <a:ext cx="1223000" cy="1489700"/>
            <a:chOff x="4350075" y="7696856"/>
            <a:chExt cx="1223000" cy="1489700"/>
          </a:xfrm>
        </p:grpSpPr>
        <p:sp>
          <p:nvSpPr>
            <p:cNvPr id="121" name="Node WetLab outer white circle"/>
            <p:cNvSpPr>
              <a:spLocks noGrp="1"/>
            </p:cNvSpPr>
            <p:nvPr/>
          </p:nvSpPr>
          <p:spPr>
            <a:xfrm>
              <a:off x="4428175" y="7736856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22" name="Node WetLab inner fill"/>
            <p:cNvSpPr>
              <a:spLocks noGrp="1"/>
            </p:cNvSpPr>
            <p:nvPr/>
          </p:nvSpPr>
          <p:spPr>
            <a:xfrm>
              <a:off x="4485325" y="7794006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F7DFD0"/>
                </a:gs>
                <a:gs pos="100000">
                  <a:srgbClr val="F7DFD0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24" name="Node WetLab complete outline"/>
            <p:cNvSpPr>
              <a:spLocks noGrp="1"/>
            </p:cNvSpPr>
            <p:nvPr/>
          </p:nvSpPr>
          <p:spPr>
            <a:xfrm>
              <a:off x="4428175" y="7736856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25" name="Node WetLab editable label"/>
            <p:cNvSpPr>
              <a:spLocks noGrp="1"/>
            </p:cNvSpPr>
            <p:nvPr/>
          </p:nvSpPr>
          <p:spPr>
            <a:xfrm>
              <a:off x="4390075" y="8860806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F7DFD0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WetLab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23" name="图片 122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542475" y="7851156"/>
            <a:ext cx="838200" cy="838200"/>
          </a:xfrm>
          <a:prstGeom prst="ellipse">
            <a:avLst/>
          </a:prstGeom>
        </p:spPr>
      </p:pic>
      <p:grpSp>
        <p:nvGrpSpPr>
          <p:cNvPr id="209" name="Node DryLab"/>
          <p:cNvGrpSpPr/>
          <p:nvPr/>
        </p:nvGrpSpPr>
        <p:grpSpPr>
          <a:xfrm>
            <a:off x="6101225" y="7696856"/>
            <a:ext cx="1223000" cy="1489700"/>
            <a:chOff x="6101225" y="7696856"/>
            <a:chExt cx="1223000" cy="1489700"/>
          </a:xfrm>
        </p:grpSpPr>
        <p:sp>
          <p:nvSpPr>
            <p:cNvPr id="126" name="Node DryLab outer white circle"/>
            <p:cNvSpPr>
              <a:spLocks noGrp="1"/>
            </p:cNvSpPr>
            <p:nvPr/>
          </p:nvSpPr>
          <p:spPr>
            <a:xfrm>
              <a:off x="6179325" y="7736856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27" name="Node DryLab inner fill"/>
            <p:cNvSpPr>
              <a:spLocks noGrp="1"/>
            </p:cNvSpPr>
            <p:nvPr/>
          </p:nvSpPr>
          <p:spPr>
            <a:xfrm>
              <a:off x="6236475" y="7794006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F7DFD0"/>
                </a:gs>
                <a:gs pos="100000">
                  <a:srgbClr val="F7DFD0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29" name="Node DryLab complete outline"/>
            <p:cNvSpPr>
              <a:spLocks noGrp="1"/>
            </p:cNvSpPr>
            <p:nvPr/>
          </p:nvSpPr>
          <p:spPr>
            <a:xfrm>
              <a:off x="6179325" y="7736856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30" name="Node DryLab editable label"/>
            <p:cNvSpPr>
              <a:spLocks noGrp="1"/>
            </p:cNvSpPr>
            <p:nvPr/>
          </p:nvSpPr>
          <p:spPr>
            <a:xfrm>
              <a:off x="6141225" y="8860806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F7DFD0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DryLab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28" name="图片 127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293625" y="7851156"/>
            <a:ext cx="838200" cy="838200"/>
          </a:xfrm>
          <a:prstGeom prst="ellipse">
            <a:avLst/>
          </a:prstGeom>
        </p:spPr>
      </p:pic>
      <p:grpSp>
        <p:nvGrpSpPr>
          <p:cNvPr id="210" name="Node Access"/>
          <p:cNvGrpSpPr/>
          <p:nvPr/>
        </p:nvGrpSpPr>
        <p:grpSpPr>
          <a:xfrm>
            <a:off x="10399400" y="931550"/>
            <a:ext cx="1451600" cy="1489700"/>
            <a:chOff x="10399400" y="931550"/>
            <a:chExt cx="1451600" cy="1489700"/>
          </a:xfrm>
        </p:grpSpPr>
        <p:sp>
          <p:nvSpPr>
            <p:cNvPr id="131" name="Node Access outer white circle"/>
            <p:cNvSpPr>
              <a:spLocks noGrp="1"/>
            </p:cNvSpPr>
            <p:nvPr/>
          </p:nvSpPr>
          <p:spPr>
            <a:xfrm>
              <a:off x="10591800" y="971550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32" name="Node Access inner fill"/>
            <p:cNvSpPr>
              <a:spLocks noGrp="1"/>
            </p:cNvSpPr>
            <p:nvPr/>
          </p:nvSpPr>
          <p:spPr>
            <a:xfrm>
              <a:off x="10648950" y="1028700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F7DFD0"/>
                </a:gs>
                <a:gs pos="100000">
                  <a:srgbClr val="F7DFD0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34" name="Node Access complete outline"/>
            <p:cNvSpPr>
              <a:spLocks noGrp="1"/>
            </p:cNvSpPr>
            <p:nvPr/>
          </p:nvSpPr>
          <p:spPr>
            <a:xfrm>
              <a:off x="10591800" y="971550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35" name="Node Access editable label"/>
            <p:cNvSpPr>
              <a:spLocks noGrp="1"/>
            </p:cNvSpPr>
            <p:nvPr/>
          </p:nvSpPr>
          <p:spPr>
            <a:xfrm>
              <a:off x="10439400" y="209550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F7DFD0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ACCESS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33" name="图片 132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0706100" y="1085850"/>
            <a:ext cx="838200" cy="838200"/>
          </a:xfrm>
          <a:prstGeom prst="ellipse">
            <a:avLst/>
          </a:prstGeom>
        </p:spPr>
      </p:pic>
      <p:grpSp>
        <p:nvGrpSpPr>
          <p:cNvPr id="211" name="Node Adapt"/>
          <p:cNvGrpSpPr/>
          <p:nvPr/>
        </p:nvGrpSpPr>
        <p:grpSpPr>
          <a:xfrm>
            <a:off x="8923025" y="2407925"/>
            <a:ext cx="1451600" cy="1489700"/>
            <a:chOff x="8923025" y="2407925"/>
            <a:chExt cx="1451600" cy="1489700"/>
          </a:xfrm>
        </p:grpSpPr>
        <p:sp>
          <p:nvSpPr>
            <p:cNvPr id="136" name="Node Adapt outer white circle"/>
            <p:cNvSpPr>
              <a:spLocks noGrp="1"/>
            </p:cNvSpPr>
            <p:nvPr/>
          </p:nvSpPr>
          <p:spPr>
            <a:xfrm>
              <a:off x="9115425" y="2447925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37" name="Node Adapt inner fill"/>
            <p:cNvSpPr>
              <a:spLocks noGrp="1"/>
            </p:cNvSpPr>
            <p:nvPr/>
          </p:nvSpPr>
          <p:spPr>
            <a:xfrm>
              <a:off x="9172575" y="2505075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F5E8CC"/>
                </a:gs>
                <a:gs pos="100000">
                  <a:srgbClr val="F5E8CC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39" name="Node Adapt complete outline"/>
            <p:cNvSpPr>
              <a:spLocks noGrp="1"/>
            </p:cNvSpPr>
            <p:nvPr/>
          </p:nvSpPr>
          <p:spPr>
            <a:xfrm>
              <a:off x="9115425" y="2447925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40" name="Node Adapt editable label"/>
            <p:cNvSpPr>
              <a:spLocks noGrp="1"/>
            </p:cNvSpPr>
            <p:nvPr/>
          </p:nvSpPr>
          <p:spPr>
            <a:xfrm>
              <a:off x="8963025" y="3571875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F5E8CC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ADAPT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38" name="图片 137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9229725" y="2562225"/>
            <a:ext cx="838200" cy="838200"/>
          </a:xfrm>
          <a:prstGeom prst="ellipse">
            <a:avLst/>
          </a:prstGeom>
        </p:spPr>
      </p:pic>
      <p:grpSp>
        <p:nvGrpSpPr>
          <p:cNvPr id="212" name="Node Participate"/>
          <p:cNvGrpSpPr/>
          <p:nvPr/>
        </p:nvGrpSpPr>
        <p:grpSpPr>
          <a:xfrm>
            <a:off x="11875775" y="2407925"/>
            <a:ext cx="1451600" cy="1489700"/>
            <a:chOff x="11875775" y="2407925"/>
            <a:chExt cx="1451600" cy="1489700"/>
          </a:xfrm>
        </p:grpSpPr>
        <p:sp>
          <p:nvSpPr>
            <p:cNvPr id="141" name="Node Participate outer white circle"/>
            <p:cNvSpPr>
              <a:spLocks noGrp="1"/>
            </p:cNvSpPr>
            <p:nvPr/>
          </p:nvSpPr>
          <p:spPr>
            <a:xfrm>
              <a:off x="12068175" y="2447925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42" name="Node Participate inner fill"/>
            <p:cNvSpPr>
              <a:spLocks noGrp="1"/>
            </p:cNvSpPr>
            <p:nvPr/>
          </p:nvSpPr>
          <p:spPr>
            <a:xfrm>
              <a:off x="12125325" y="2505075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E3EAEB"/>
                </a:gs>
                <a:gs pos="100000">
                  <a:srgbClr val="E3EAEB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44" name="Node Participate complete outline"/>
            <p:cNvSpPr>
              <a:spLocks noGrp="1"/>
            </p:cNvSpPr>
            <p:nvPr/>
          </p:nvSpPr>
          <p:spPr>
            <a:xfrm>
              <a:off x="12068175" y="2447925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45" name="Node Participate editable label"/>
            <p:cNvSpPr>
              <a:spLocks noGrp="1"/>
            </p:cNvSpPr>
            <p:nvPr/>
          </p:nvSpPr>
          <p:spPr>
            <a:xfrm>
              <a:off x="11915775" y="3571875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E3EAEB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PARTICIPATE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43" name="图片 142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12182475" y="2562225"/>
            <a:ext cx="838200" cy="838200"/>
          </a:xfrm>
          <a:prstGeom prst="ellipse">
            <a:avLst/>
          </a:prstGeom>
        </p:spPr>
      </p:pic>
      <p:grpSp>
        <p:nvGrpSpPr>
          <p:cNvPr id="213" name="Node Right Listen"/>
          <p:cNvGrpSpPr/>
          <p:nvPr/>
        </p:nvGrpSpPr>
        <p:grpSpPr>
          <a:xfrm>
            <a:off x="10399400" y="3884300"/>
            <a:ext cx="1451600" cy="1489700"/>
            <a:chOff x="10399400" y="3884300"/>
            <a:chExt cx="1451600" cy="1489700"/>
          </a:xfrm>
        </p:grpSpPr>
        <p:sp>
          <p:nvSpPr>
            <p:cNvPr id="146" name="Node Right Listen outer white circle"/>
            <p:cNvSpPr>
              <a:spLocks noGrp="1"/>
            </p:cNvSpPr>
            <p:nvPr/>
          </p:nvSpPr>
          <p:spPr>
            <a:xfrm>
              <a:off x="10591800" y="3924300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47" name="Node Right Listen inner fill"/>
            <p:cNvSpPr>
              <a:spLocks noGrp="1"/>
            </p:cNvSpPr>
            <p:nvPr/>
          </p:nvSpPr>
          <p:spPr>
            <a:xfrm>
              <a:off x="10648950" y="3981450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E8EBDD"/>
                </a:gs>
                <a:gs pos="100000">
                  <a:srgbClr val="E8EBDD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49" name="Node Right Listen complete outline"/>
            <p:cNvSpPr>
              <a:spLocks noGrp="1"/>
            </p:cNvSpPr>
            <p:nvPr/>
          </p:nvSpPr>
          <p:spPr>
            <a:xfrm>
              <a:off x="10591800" y="3924300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50" name="Node Right Listen editable label"/>
            <p:cNvSpPr>
              <a:spLocks noGrp="1"/>
            </p:cNvSpPr>
            <p:nvPr/>
          </p:nvSpPr>
          <p:spPr>
            <a:xfrm>
              <a:off x="10439400" y="504825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E8EBDD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LISTEN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48" name="图片 147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10706100" y="4038600"/>
            <a:ext cx="838200" cy="838200"/>
          </a:xfrm>
          <a:prstGeom prst="ellipse">
            <a:avLst/>
          </a:prstGeom>
        </p:spPr>
      </p:pic>
      <p:grpSp>
        <p:nvGrpSpPr>
          <p:cNvPr id="214" name="Node Exchange"/>
          <p:cNvGrpSpPr/>
          <p:nvPr/>
        </p:nvGrpSpPr>
        <p:grpSpPr>
          <a:xfrm>
            <a:off x="10399400" y="5370200"/>
            <a:ext cx="1451600" cy="1489700"/>
            <a:chOff x="10399400" y="5370200"/>
            <a:chExt cx="1451600" cy="1489700"/>
          </a:xfrm>
        </p:grpSpPr>
        <p:sp>
          <p:nvSpPr>
            <p:cNvPr id="151" name="Node Exchange outer white circle"/>
            <p:cNvSpPr>
              <a:spLocks noGrp="1"/>
            </p:cNvSpPr>
            <p:nvPr/>
          </p:nvSpPr>
          <p:spPr>
            <a:xfrm>
              <a:off x="10591800" y="5410200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52" name="Node Exchange inner fill"/>
            <p:cNvSpPr>
              <a:spLocks noGrp="1"/>
            </p:cNvSpPr>
            <p:nvPr/>
          </p:nvSpPr>
          <p:spPr>
            <a:xfrm>
              <a:off x="10648950" y="5467350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F7DFD0"/>
                </a:gs>
                <a:gs pos="100000">
                  <a:srgbClr val="F7DFD0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54" name="Node Exchange complete outline"/>
            <p:cNvSpPr>
              <a:spLocks noGrp="1"/>
            </p:cNvSpPr>
            <p:nvPr/>
          </p:nvSpPr>
          <p:spPr>
            <a:xfrm>
              <a:off x="10591800" y="5410200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55" name="Node Exchange editable label"/>
            <p:cNvSpPr>
              <a:spLocks noGrp="1"/>
            </p:cNvSpPr>
            <p:nvPr/>
          </p:nvSpPr>
          <p:spPr>
            <a:xfrm>
              <a:off x="10439400" y="653415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F7DFD0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EXCHANGE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53" name="图片 152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10706100" y="5524500"/>
            <a:ext cx="838200" cy="838200"/>
          </a:xfrm>
          <a:prstGeom prst="ellipse">
            <a:avLst/>
          </a:prstGeom>
        </p:spPr>
      </p:pic>
      <p:grpSp>
        <p:nvGrpSpPr>
          <p:cNvPr id="215" name="Node Share"/>
          <p:cNvGrpSpPr/>
          <p:nvPr/>
        </p:nvGrpSpPr>
        <p:grpSpPr>
          <a:xfrm>
            <a:off x="8923025" y="6846575"/>
            <a:ext cx="1451600" cy="1489700"/>
            <a:chOff x="8923025" y="6846575"/>
            <a:chExt cx="1451600" cy="1489700"/>
          </a:xfrm>
        </p:grpSpPr>
        <p:sp>
          <p:nvSpPr>
            <p:cNvPr id="156" name="Node Share outer white circle"/>
            <p:cNvSpPr>
              <a:spLocks noGrp="1"/>
            </p:cNvSpPr>
            <p:nvPr/>
          </p:nvSpPr>
          <p:spPr>
            <a:xfrm>
              <a:off x="9115425" y="6886575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57" name="Node Share inner fill"/>
            <p:cNvSpPr>
              <a:spLocks noGrp="1"/>
            </p:cNvSpPr>
            <p:nvPr/>
          </p:nvSpPr>
          <p:spPr>
            <a:xfrm>
              <a:off x="9172575" y="6943725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F5E8CC"/>
                </a:gs>
                <a:gs pos="100000">
                  <a:srgbClr val="F5E8CC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59" name="Node Share complete outline"/>
            <p:cNvSpPr>
              <a:spLocks noGrp="1"/>
            </p:cNvSpPr>
            <p:nvPr/>
          </p:nvSpPr>
          <p:spPr>
            <a:xfrm>
              <a:off x="9115425" y="6886575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60" name="Node Share editable label"/>
            <p:cNvSpPr>
              <a:spLocks noGrp="1"/>
            </p:cNvSpPr>
            <p:nvPr/>
          </p:nvSpPr>
          <p:spPr>
            <a:xfrm>
              <a:off x="8963025" y="8010525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F5E8CC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SHARE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58" name="图片 157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9229725" y="7000875"/>
            <a:ext cx="838200" cy="838200"/>
          </a:xfrm>
          <a:prstGeom prst="ellipse">
            <a:avLst/>
          </a:prstGeom>
        </p:spPr>
      </p:pic>
      <p:grpSp>
        <p:nvGrpSpPr>
          <p:cNvPr id="216" name="Node Co-create"/>
          <p:cNvGrpSpPr/>
          <p:nvPr/>
        </p:nvGrpSpPr>
        <p:grpSpPr>
          <a:xfrm>
            <a:off x="11875775" y="6846575"/>
            <a:ext cx="1451600" cy="1489700"/>
            <a:chOff x="11875775" y="6846575"/>
            <a:chExt cx="1451600" cy="1489700"/>
          </a:xfrm>
        </p:grpSpPr>
        <p:sp>
          <p:nvSpPr>
            <p:cNvPr id="161" name="Node Co-create outer white circle"/>
            <p:cNvSpPr>
              <a:spLocks noGrp="1"/>
            </p:cNvSpPr>
            <p:nvPr/>
          </p:nvSpPr>
          <p:spPr>
            <a:xfrm>
              <a:off x="12068175" y="6886575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62" name="Node Co-create inner fill"/>
            <p:cNvSpPr>
              <a:spLocks noGrp="1"/>
            </p:cNvSpPr>
            <p:nvPr/>
          </p:nvSpPr>
          <p:spPr>
            <a:xfrm>
              <a:off x="12125325" y="6943725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F5E8CC"/>
                </a:gs>
                <a:gs pos="100000">
                  <a:srgbClr val="F5E8CC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64" name="Node Co-create complete outline"/>
            <p:cNvSpPr>
              <a:spLocks noGrp="1"/>
            </p:cNvSpPr>
            <p:nvPr/>
          </p:nvSpPr>
          <p:spPr>
            <a:xfrm>
              <a:off x="12068175" y="6886575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65" name="Node Co-create editable label"/>
            <p:cNvSpPr>
              <a:spLocks noGrp="1"/>
            </p:cNvSpPr>
            <p:nvPr/>
          </p:nvSpPr>
          <p:spPr>
            <a:xfrm>
              <a:off x="11915775" y="8010525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F5E8CC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CO-CREATE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63" name="图片 162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12182475" y="7000875"/>
            <a:ext cx="838200" cy="838200"/>
          </a:xfrm>
          <a:prstGeom prst="ellipse">
            <a:avLst/>
          </a:prstGeom>
        </p:spPr>
      </p:pic>
      <p:grpSp>
        <p:nvGrpSpPr>
          <p:cNvPr id="217" name="Node Document"/>
          <p:cNvGrpSpPr/>
          <p:nvPr/>
        </p:nvGrpSpPr>
        <p:grpSpPr>
          <a:xfrm>
            <a:off x="10399400" y="8322950"/>
            <a:ext cx="1451600" cy="1489700"/>
            <a:chOff x="10399400" y="8322950"/>
            <a:chExt cx="1451600" cy="1489700"/>
          </a:xfrm>
        </p:grpSpPr>
        <p:sp>
          <p:nvSpPr>
            <p:cNvPr id="166" name="Node Document outer white circle"/>
            <p:cNvSpPr>
              <a:spLocks noGrp="1"/>
            </p:cNvSpPr>
            <p:nvPr/>
          </p:nvSpPr>
          <p:spPr>
            <a:xfrm>
              <a:off x="10591800" y="8362950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67" name="Node Document inner fill"/>
            <p:cNvSpPr>
              <a:spLocks noGrp="1"/>
            </p:cNvSpPr>
            <p:nvPr/>
          </p:nvSpPr>
          <p:spPr>
            <a:xfrm>
              <a:off x="10648950" y="8420100"/>
              <a:ext cx="952500" cy="9525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76000">
                  <a:srgbClr val="F5E8CC"/>
                </a:gs>
                <a:gs pos="100000">
                  <a:srgbClr val="F5E8CC"/>
                </a:gs>
              </a:gsLst>
              <a:path path="shape"/>
            </a:gradFill>
            <a:ln w="0">
              <a:noFill/>
              <a:prstDash val="solid"/>
            </a:ln>
          </p:spPr>
        </p:sp>
        <p:sp>
          <p:nvSpPr>
            <p:cNvPr id="169" name="Node Document complete outline"/>
            <p:cNvSpPr>
              <a:spLocks noGrp="1"/>
            </p:cNvSpPr>
            <p:nvPr/>
          </p:nvSpPr>
          <p:spPr>
            <a:xfrm>
              <a:off x="10591800" y="8362950"/>
              <a:ext cx="1066800" cy="1066800"/>
            </a:xfrm>
            <a:prstGeom prst="ellipse">
              <a:avLst/>
            </a:prstGeom>
            <a:noFill/>
            <a:ln w="20955">
              <a:solidFill>
                <a:srgbClr val="957D67"/>
              </a:solidFill>
              <a:prstDash val="solid"/>
            </a:ln>
          </p:spPr>
        </p:sp>
        <p:sp>
          <p:nvSpPr>
            <p:cNvPr id="170" name="Node Document editable label"/>
            <p:cNvSpPr>
              <a:spLocks noGrp="1"/>
            </p:cNvSpPr>
            <p:nvPr/>
          </p:nvSpPr>
          <p:spPr>
            <a:xfrm>
              <a:off x="10439400" y="948690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F5E8CC"/>
            </a:solidFill>
            <a:ln w="14288">
              <a:solidFill>
                <a:srgbClr val="957D67"/>
              </a:solidFill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defPPr>
            </a:lstStyle>
            <a:p>
              <a:pPr algn="ctr">
                <a:defRPr sz="1575" b="0">
                  <a:solidFill>
                    <a:srgbClr val="3D170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575" b="0">
                  <a:solidFill>
                    <a:srgbClr val="3D170F"/>
                  </a:solidFill>
                  <a:latin typeface="Calibri" panose="020F0502020204030204" charset="0"/>
                  <a:ea typeface="Times New Roman" panose="02020603050405020304"/>
                  <a:cs typeface="Calibri" panose="020F0502020204030204" charset="0"/>
                </a:rPr>
                <a:t>DOCUMENT</a:t>
              </a:r>
              <a:endParaRPr sz="1575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endParaRPr>
            </a:p>
          </p:txBody>
        </p:sp>
      </p:grpSp>
      <p:pic>
        <p:nvPicPr>
          <p:cNvPr id="168" name="图片 167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10706100" y="8477250"/>
            <a:ext cx="838200" cy="838200"/>
          </a:xfrm>
          <a:prstGeom prst="ellipse">
            <a:avLst/>
          </a:prstGeom>
        </p:spPr>
      </p:pic>
      <p:sp>
        <p:nvSpPr>
          <p:cNvPr id="171" name="Inclusive Engagement"/>
          <p:cNvSpPr>
            <a:spLocks noGrp="1"/>
          </p:cNvSpPr>
          <p:nvPr/>
        </p:nvSpPr>
        <p:spPr>
          <a:xfrm>
            <a:off x="10258425" y="2667000"/>
            <a:ext cx="17335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950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950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1">
                <a:solidFill>
                  <a:srgbClr val="4B39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INCLUSIVE</a:t>
            </a:r>
            <a:endParaRPr sz="1950" b="1">
              <a:solidFill>
                <a:srgbClr val="4B3900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  <a:p>
            <a:pPr algn="ctr">
              <a:defRPr sz="1950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1">
                <a:solidFill>
                  <a:srgbClr val="4B39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ENGAGEMENT</a:t>
            </a:r>
            <a:endParaRPr sz="1950" b="1">
              <a:solidFill>
                <a:srgbClr val="4B3900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  <p:sp>
        <p:nvSpPr>
          <p:cNvPr id="172" name="Collective Growth"/>
          <p:cNvSpPr>
            <a:spLocks noGrp="1"/>
          </p:cNvSpPr>
          <p:nvPr/>
        </p:nvSpPr>
        <p:spPr>
          <a:xfrm>
            <a:off x="10258425" y="7105650"/>
            <a:ext cx="1733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950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950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1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COLLECTIVE</a:t>
            </a:r>
            <a:endParaRPr sz="1950" b="1">
              <a:solidFill>
                <a:srgbClr val="3D170F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  <a:p>
            <a:pPr algn="ctr">
              <a:defRPr sz="1950" b="1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1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GROWTH</a:t>
            </a:r>
            <a:endParaRPr sz="1950" b="1">
              <a:solidFill>
                <a:srgbClr val="3D170F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  <p:sp>
        <p:nvSpPr>
          <p:cNvPr id="173" name="Guardrails frame"/>
          <p:cNvSpPr>
            <a:spLocks noGrp="1"/>
          </p:cNvSpPr>
          <p:nvPr/>
        </p:nvSpPr>
        <p:spPr>
          <a:xfrm>
            <a:off x="381000" y="10001250"/>
            <a:ext cx="13049250" cy="1228725"/>
          </a:xfrm>
          <a:prstGeom prst="roundRect">
            <a:avLst>
              <a:gd name="adj" fmla="val 12403"/>
            </a:avLst>
          </a:prstGeom>
          <a:noFill/>
          <a:ln w="17145">
            <a:solidFill>
              <a:srgbClr val="DEC3AA"/>
            </a:solidFill>
            <a:prstDash val="solid"/>
          </a:ln>
        </p:spPr>
      </p:sp>
      <p:sp>
        <p:nvSpPr>
          <p:cNvPr id="174" name="Context fill"/>
          <p:cNvSpPr>
            <a:spLocks noGrp="1"/>
          </p:cNvSpPr>
          <p:nvPr/>
        </p:nvSpPr>
        <p:spPr>
          <a:xfrm>
            <a:off x="723900" y="10153650"/>
            <a:ext cx="2505075" cy="600075"/>
          </a:xfrm>
          <a:prstGeom prst="roundRect">
            <a:avLst>
              <a:gd name="adj" fmla="val 50000"/>
            </a:avLst>
          </a:prstGeom>
          <a:solidFill>
            <a:srgbClr val="F0DFC5"/>
          </a:solidFill>
          <a:ln w="0">
            <a:noFill/>
            <a:prstDash val="solid"/>
          </a:ln>
        </p:spPr>
      </p:sp>
      <p:pic>
        <p:nvPicPr>
          <p:cNvPr id="175" name="图片 174"/>
          <p:cNvPicPr>
            <a:picLocks noChangeAspect="1"/>
          </p:cNvPicPr>
          <p:nvPr/>
        </p:nvPicPr>
        <p:blipFill>
          <a:blip r:embed="rId18"/>
          <a:srcRect l="8218" t="88122" r="89088" b="7366"/>
          <a:stretch>
            <a:fillRect/>
          </a:stretch>
        </p:blipFill>
        <p:spPr>
          <a:xfrm>
            <a:off x="1136294" y="10229850"/>
            <a:ext cx="356313" cy="447675"/>
          </a:xfrm>
          <a:prstGeom prst="rect">
            <a:avLst/>
          </a:prstGeom>
        </p:spPr>
      </p:pic>
      <p:sp>
        <p:nvSpPr>
          <p:cNvPr id="176" name="Context text"/>
          <p:cNvSpPr>
            <a:spLocks noGrp="1"/>
          </p:cNvSpPr>
          <p:nvPr/>
        </p:nvSpPr>
        <p:spPr>
          <a:xfrm>
            <a:off x="1590675" y="10210800"/>
            <a:ext cx="15335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2100" b="0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Context</a:t>
            </a:r>
            <a:endParaRPr sz="2100" b="0">
              <a:solidFill>
                <a:srgbClr val="3D170F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  <p:sp>
        <p:nvSpPr>
          <p:cNvPr id="177" name="Context restored outline"/>
          <p:cNvSpPr>
            <a:spLocks noGrp="1"/>
          </p:cNvSpPr>
          <p:nvPr/>
        </p:nvSpPr>
        <p:spPr>
          <a:xfrm>
            <a:off x="723900" y="10153650"/>
            <a:ext cx="2505075" cy="600075"/>
          </a:xfrm>
          <a:prstGeom prst="roundRect">
            <a:avLst>
              <a:gd name="adj" fmla="val 50000"/>
            </a:avLst>
          </a:prstGeom>
          <a:noFill/>
          <a:ln w="14288">
            <a:solidFill>
              <a:srgbClr val="D5BA94"/>
            </a:solidFill>
            <a:prstDash val="solid"/>
          </a:ln>
        </p:spPr>
      </p:sp>
      <p:sp>
        <p:nvSpPr>
          <p:cNvPr id="178" name="Dialogue fill"/>
          <p:cNvSpPr>
            <a:spLocks noGrp="1"/>
          </p:cNvSpPr>
          <p:nvPr/>
        </p:nvSpPr>
        <p:spPr>
          <a:xfrm>
            <a:off x="3933825" y="10153650"/>
            <a:ext cx="2562225" cy="600075"/>
          </a:xfrm>
          <a:prstGeom prst="roundRect">
            <a:avLst>
              <a:gd name="adj" fmla="val 50000"/>
            </a:avLst>
          </a:prstGeom>
          <a:solidFill>
            <a:srgbClr val="DDE0DC"/>
          </a:solidFill>
          <a:ln w="0">
            <a:noFill/>
            <a:prstDash val="solid"/>
          </a:ln>
        </p:spPr>
      </p:sp>
      <p:pic>
        <p:nvPicPr>
          <p:cNvPr id="179" name="图片 178"/>
          <p:cNvPicPr>
            <a:picLocks noChangeAspect="1"/>
          </p:cNvPicPr>
          <p:nvPr/>
        </p:nvPicPr>
        <p:blipFill>
          <a:blip r:embed="rId18"/>
          <a:srcRect l="31146" t="87937" r="64296" b="7182"/>
          <a:stretch>
            <a:fillRect/>
          </a:stretch>
        </p:blipFill>
        <p:spPr>
          <a:xfrm>
            <a:off x="4245634" y="10229850"/>
            <a:ext cx="557482" cy="447675"/>
          </a:xfrm>
          <a:prstGeom prst="rect">
            <a:avLst/>
          </a:prstGeom>
        </p:spPr>
      </p:pic>
      <p:sp>
        <p:nvSpPr>
          <p:cNvPr id="180" name="Dialogue text"/>
          <p:cNvSpPr>
            <a:spLocks noGrp="1"/>
          </p:cNvSpPr>
          <p:nvPr/>
        </p:nvSpPr>
        <p:spPr>
          <a:xfrm>
            <a:off x="4800600" y="10210800"/>
            <a:ext cx="15906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2100" b="0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Dialogue</a:t>
            </a:r>
            <a:endParaRPr sz="2100" b="0">
              <a:solidFill>
                <a:srgbClr val="3D170F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  <p:sp>
        <p:nvSpPr>
          <p:cNvPr id="181" name="Dialogue restored outline"/>
          <p:cNvSpPr>
            <a:spLocks noGrp="1"/>
          </p:cNvSpPr>
          <p:nvPr/>
        </p:nvSpPr>
        <p:spPr>
          <a:xfrm>
            <a:off x="3933825" y="10153650"/>
            <a:ext cx="2562225" cy="600075"/>
          </a:xfrm>
          <a:prstGeom prst="roundRect">
            <a:avLst>
              <a:gd name="adj" fmla="val 50000"/>
            </a:avLst>
          </a:prstGeom>
          <a:noFill/>
          <a:ln w="14288">
            <a:solidFill>
              <a:srgbClr val="A4ACA8"/>
            </a:solidFill>
            <a:prstDash val="solid"/>
          </a:ln>
        </p:spPr>
      </p:sp>
      <p:sp>
        <p:nvSpPr>
          <p:cNvPr id="182" name="Reflection fill"/>
          <p:cNvSpPr>
            <a:spLocks noGrp="1"/>
          </p:cNvSpPr>
          <p:nvPr/>
        </p:nvSpPr>
        <p:spPr>
          <a:xfrm>
            <a:off x="7162800" y="10153650"/>
            <a:ext cx="2628900" cy="600075"/>
          </a:xfrm>
          <a:prstGeom prst="roundRect">
            <a:avLst>
              <a:gd name="adj" fmla="val 50000"/>
            </a:avLst>
          </a:prstGeom>
          <a:solidFill>
            <a:srgbClr val="F9E2BF"/>
          </a:solidFill>
          <a:ln w="0">
            <a:noFill/>
            <a:prstDash val="solid"/>
          </a:ln>
        </p:spPr>
      </p:sp>
      <p:pic>
        <p:nvPicPr>
          <p:cNvPr id="183" name="图片 182"/>
          <p:cNvPicPr>
            <a:picLocks noChangeAspect="1"/>
          </p:cNvPicPr>
          <p:nvPr/>
        </p:nvPicPr>
        <p:blipFill>
          <a:blip r:embed="rId18"/>
          <a:srcRect l="54006" t="87753" r="42127" b="7090"/>
          <a:stretch>
            <a:fillRect/>
          </a:stretch>
        </p:blipFill>
        <p:spPr>
          <a:xfrm>
            <a:off x="7529513" y="10229850"/>
            <a:ext cx="447675" cy="447675"/>
          </a:xfrm>
          <a:prstGeom prst="rect">
            <a:avLst/>
          </a:prstGeom>
        </p:spPr>
      </p:pic>
      <p:sp>
        <p:nvSpPr>
          <p:cNvPr id="184" name="Reflection text"/>
          <p:cNvSpPr>
            <a:spLocks noGrp="1"/>
          </p:cNvSpPr>
          <p:nvPr/>
        </p:nvSpPr>
        <p:spPr>
          <a:xfrm>
            <a:off x="8029575" y="10210800"/>
            <a:ext cx="16573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2100" b="0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Reflection</a:t>
            </a:r>
            <a:endParaRPr sz="2100" b="0">
              <a:solidFill>
                <a:srgbClr val="3D170F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  <p:sp>
        <p:nvSpPr>
          <p:cNvPr id="185" name="Reflection restored outline"/>
          <p:cNvSpPr>
            <a:spLocks noGrp="1"/>
          </p:cNvSpPr>
          <p:nvPr/>
        </p:nvSpPr>
        <p:spPr>
          <a:xfrm>
            <a:off x="7162800" y="10153650"/>
            <a:ext cx="2628900" cy="600075"/>
          </a:xfrm>
          <a:prstGeom prst="roundRect">
            <a:avLst>
              <a:gd name="adj" fmla="val 50000"/>
            </a:avLst>
          </a:prstGeom>
          <a:noFill/>
          <a:ln w="14288">
            <a:solidFill>
              <a:srgbClr val="D9B16E"/>
            </a:solidFill>
            <a:prstDash val="solid"/>
          </a:ln>
        </p:spPr>
      </p:sp>
      <p:sp>
        <p:nvSpPr>
          <p:cNvPr id="186" name="Iteration fill"/>
          <p:cNvSpPr>
            <a:spLocks noGrp="1"/>
          </p:cNvSpPr>
          <p:nvPr/>
        </p:nvSpPr>
        <p:spPr>
          <a:xfrm>
            <a:off x="10429875" y="10153650"/>
            <a:ext cx="2667000" cy="600075"/>
          </a:xfrm>
          <a:prstGeom prst="roundRect">
            <a:avLst>
              <a:gd name="adj" fmla="val 50000"/>
            </a:avLst>
          </a:prstGeom>
          <a:solidFill>
            <a:srgbClr val="F4D1C0"/>
          </a:solidFill>
          <a:ln w="0">
            <a:noFill/>
            <a:prstDash val="solid"/>
          </a:ln>
        </p:spPr>
      </p:sp>
      <p:pic>
        <p:nvPicPr>
          <p:cNvPr id="187" name="图片 186"/>
          <p:cNvPicPr>
            <a:picLocks noChangeAspect="1"/>
          </p:cNvPicPr>
          <p:nvPr/>
        </p:nvPicPr>
        <p:blipFill>
          <a:blip r:embed="rId18"/>
          <a:srcRect l="78798" t="88029" r="17472" b="7366"/>
          <a:stretch>
            <a:fillRect/>
          </a:stretch>
        </p:blipFill>
        <p:spPr>
          <a:xfrm>
            <a:off x="10778680" y="10229850"/>
            <a:ext cx="483489" cy="447675"/>
          </a:xfrm>
          <a:prstGeom prst="rect">
            <a:avLst/>
          </a:prstGeom>
        </p:spPr>
      </p:pic>
      <p:sp>
        <p:nvSpPr>
          <p:cNvPr id="188" name="Iteration text"/>
          <p:cNvSpPr>
            <a:spLocks noGrp="1"/>
          </p:cNvSpPr>
          <p:nvPr/>
        </p:nvSpPr>
        <p:spPr>
          <a:xfrm>
            <a:off x="11296650" y="10210800"/>
            <a:ext cx="16954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2100" b="0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00" b="0">
                <a:solidFill>
                  <a:srgbClr val="3D170F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Iteration</a:t>
            </a:r>
            <a:endParaRPr sz="2100" b="0">
              <a:solidFill>
                <a:srgbClr val="3D170F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  <p:sp>
        <p:nvSpPr>
          <p:cNvPr id="189" name="Iteration restored outline"/>
          <p:cNvSpPr>
            <a:spLocks noGrp="1"/>
          </p:cNvSpPr>
          <p:nvPr/>
        </p:nvSpPr>
        <p:spPr>
          <a:xfrm>
            <a:off x="10429875" y="10153650"/>
            <a:ext cx="2667000" cy="600075"/>
          </a:xfrm>
          <a:prstGeom prst="roundRect">
            <a:avLst>
              <a:gd name="adj" fmla="val 50000"/>
            </a:avLst>
          </a:prstGeom>
          <a:noFill/>
          <a:ln w="14288">
            <a:solidFill>
              <a:srgbClr val="CD9B82"/>
            </a:solidFill>
            <a:prstDash val="solid"/>
          </a:ln>
        </p:spPr>
      </p:sp>
      <p:sp>
        <p:nvSpPr>
          <p:cNvPr id="190" name="Context to Dialogue"/>
          <p:cNvSpPr>
            <a:spLocks noGrp="1"/>
          </p:cNvSpPr>
          <p:nvPr/>
        </p:nvSpPr>
        <p:spPr>
          <a:xfrm>
            <a:off x="3419475" y="10359771"/>
            <a:ext cx="333375" cy="178308"/>
          </a:xfrm>
          <a:custGeom>
            <a:avLst/>
            <a:gdLst/>
            <a:ahLst/>
            <a:cxnLst/>
            <a:pathLst>
              <a:path w="333375" h="178308">
                <a:moveTo>
                  <a:pt x="0" y="112966"/>
                </a:moveTo>
                <a:lnTo>
                  <a:pt x="2859" y="112966"/>
                </a:lnTo>
                <a:lnTo>
                  <a:pt x="5723" y="112966"/>
                </a:lnTo>
                <a:lnTo>
                  <a:pt x="8590" y="112966"/>
                </a:lnTo>
                <a:lnTo>
                  <a:pt x="11460" y="112966"/>
                </a:lnTo>
                <a:lnTo>
                  <a:pt x="14334" y="112967"/>
                </a:lnTo>
                <a:lnTo>
                  <a:pt x="17212" y="112966"/>
                </a:lnTo>
                <a:lnTo>
                  <a:pt x="20092" y="112966"/>
                </a:lnTo>
                <a:lnTo>
                  <a:pt x="22976" y="112966"/>
                </a:lnTo>
                <a:lnTo>
                  <a:pt x="25862" y="112967"/>
                </a:lnTo>
                <a:lnTo>
                  <a:pt x="28751" y="112966"/>
                </a:lnTo>
                <a:lnTo>
                  <a:pt x="31643" y="112966"/>
                </a:lnTo>
                <a:lnTo>
                  <a:pt x="34538" y="112966"/>
                </a:lnTo>
                <a:lnTo>
                  <a:pt x="37434" y="112966"/>
                </a:lnTo>
                <a:lnTo>
                  <a:pt x="40333" y="112966"/>
                </a:lnTo>
                <a:lnTo>
                  <a:pt x="43235" y="112966"/>
                </a:lnTo>
                <a:lnTo>
                  <a:pt x="46138" y="112967"/>
                </a:lnTo>
                <a:lnTo>
                  <a:pt x="49043" y="112967"/>
                </a:lnTo>
                <a:lnTo>
                  <a:pt x="51949" y="112966"/>
                </a:lnTo>
                <a:lnTo>
                  <a:pt x="54858" y="112966"/>
                </a:lnTo>
                <a:lnTo>
                  <a:pt x="57767" y="112967"/>
                </a:lnTo>
                <a:lnTo>
                  <a:pt x="60678" y="112966"/>
                </a:lnTo>
                <a:lnTo>
                  <a:pt x="63591" y="112966"/>
                </a:lnTo>
                <a:lnTo>
                  <a:pt x="66504" y="112967"/>
                </a:lnTo>
                <a:lnTo>
                  <a:pt x="69418" y="112967"/>
                </a:lnTo>
                <a:lnTo>
                  <a:pt x="72333" y="112966"/>
                </a:lnTo>
                <a:lnTo>
                  <a:pt x="75249" y="112966"/>
                </a:lnTo>
                <a:lnTo>
                  <a:pt x="78165" y="112967"/>
                </a:lnTo>
                <a:lnTo>
                  <a:pt x="81082" y="112966"/>
                </a:lnTo>
                <a:lnTo>
                  <a:pt x="83999" y="112966"/>
                </a:lnTo>
                <a:lnTo>
                  <a:pt x="86916" y="112966"/>
                </a:lnTo>
                <a:lnTo>
                  <a:pt x="89833" y="112967"/>
                </a:lnTo>
                <a:lnTo>
                  <a:pt x="92750" y="112967"/>
                </a:lnTo>
                <a:lnTo>
                  <a:pt x="95666" y="112967"/>
                </a:lnTo>
                <a:lnTo>
                  <a:pt x="98582" y="112966"/>
                </a:lnTo>
                <a:lnTo>
                  <a:pt x="101498" y="112966"/>
                </a:lnTo>
                <a:lnTo>
                  <a:pt x="104413" y="112966"/>
                </a:lnTo>
                <a:lnTo>
                  <a:pt x="107327" y="112967"/>
                </a:lnTo>
                <a:lnTo>
                  <a:pt x="110241" y="112966"/>
                </a:lnTo>
                <a:lnTo>
                  <a:pt x="113153" y="112967"/>
                </a:lnTo>
                <a:lnTo>
                  <a:pt x="116064" y="112966"/>
                </a:lnTo>
                <a:lnTo>
                  <a:pt x="118974" y="112967"/>
                </a:lnTo>
                <a:lnTo>
                  <a:pt x="121882" y="112966"/>
                </a:lnTo>
                <a:lnTo>
                  <a:pt x="124789" y="112966"/>
                </a:lnTo>
                <a:lnTo>
                  <a:pt x="127694" y="112966"/>
                </a:lnTo>
                <a:lnTo>
                  <a:pt x="130597" y="112966"/>
                </a:lnTo>
                <a:lnTo>
                  <a:pt x="133498" y="112966"/>
                </a:lnTo>
                <a:lnTo>
                  <a:pt x="136397" y="112966"/>
                </a:lnTo>
                <a:lnTo>
                  <a:pt x="139294" y="112966"/>
                </a:lnTo>
                <a:lnTo>
                  <a:pt x="142188" y="112966"/>
                </a:lnTo>
                <a:lnTo>
                  <a:pt x="145080" y="112966"/>
                </a:lnTo>
                <a:lnTo>
                  <a:pt x="147969" y="112966"/>
                </a:lnTo>
                <a:lnTo>
                  <a:pt x="150856" y="112966"/>
                </a:lnTo>
                <a:lnTo>
                  <a:pt x="153739" y="112966"/>
                </a:lnTo>
                <a:lnTo>
                  <a:pt x="156620" y="112967"/>
                </a:lnTo>
                <a:lnTo>
                  <a:pt x="159497" y="112967"/>
                </a:lnTo>
                <a:lnTo>
                  <a:pt x="162371" y="112966"/>
                </a:lnTo>
                <a:lnTo>
                  <a:pt x="165241" y="112967"/>
                </a:lnTo>
                <a:lnTo>
                  <a:pt x="168108" y="112966"/>
                </a:lnTo>
                <a:lnTo>
                  <a:pt x="170972" y="112966"/>
                </a:lnTo>
                <a:lnTo>
                  <a:pt x="173831" y="112966"/>
                </a:lnTo>
                <a:lnTo>
                  <a:pt x="176687" y="112966"/>
                </a:lnTo>
                <a:lnTo>
                  <a:pt x="179538" y="112966"/>
                </a:lnTo>
                <a:lnTo>
                  <a:pt x="182385" y="112966"/>
                </a:lnTo>
                <a:lnTo>
                  <a:pt x="185228" y="112966"/>
                </a:lnTo>
                <a:lnTo>
                  <a:pt x="188066" y="112966"/>
                </a:lnTo>
                <a:lnTo>
                  <a:pt x="190900" y="112966"/>
                </a:lnTo>
                <a:lnTo>
                  <a:pt x="193729" y="112966"/>
                </a:lnTo>
                <a:lnTo>
                  <a:pt x="196553" y="112966"/>
                </a:lnTo>
                <a:lnTo>
                  <a:pt x="199372" y="112966"/>
                </a:lnTo>
                <a:lnTo>
                  <a:pt x="202186" y="112966"/>
                </a:lnTo>
                <a:lnTo>
                  <a:pt x="204994" y="112966"/>
                </a:lnTo>
                <a:lnTo>
                  <a:pt x="207797" y="112966"/>
                </a:lnTo>
                <a:lnTo>
                  <a:pt x="210595" y="112966"/>
                </a:lnTo>
                <a:lnTo>
                  <a:pt x="213387" y="112966"/>
                </a:lnTo>
                <a:lnTo>
                  <a:pt x="216173" y="112966"/>
                </a:lnTo>
                <a:lnTo>
                  <a:pt x="218953" y="112966"/>
                </a:lnTo>
                <a:lnTo>
                  <a:pt x="221727" y="112966"/>
                </a:lnTo>
                <a:lnTo>
                  <a:pt x="224495" y="112966"/>
                </a:lnTo>
                <a:lnTo>
                  <a:pt x="227256" y="112966"/>
                </a:lnTo>
                <a:lnTo>
                  <a:pt x="230011" y="112966"/>
                </a:lnTo>
                <a:lnTo>
                  <a:pt x="232759" y="112966"/>
                </a:lnTo>
                <a:lnTo>
                  <a:pt x="235501" y="112966"/>
                </a:lnTo>
                <a:lnTo>
                  <a:pt x="238236" y="112966"/>
                </a:lnTo>
                <a:lnTo>
                  <a:pt x="240963" y="112966"/>
                </a:lnTo>
                <a:lnTo>
                  <a:pt x="243684" y="112966"/>
                </a:lnTo>
                <a:lnTo>
                  <a:pt x="246397" y="112966"/>
                </a:lnTo>
                <a:lnTo>
                  <a:pt x="249103" y="112966"/>
                </a:lnTo>
                <a:lnTo>
                  <a:pt x="251801" y="112966"/>
                </a:lnTo>
                <a:lnTo>
                  <a:pt x="254492" y="112966"/>
                </a:lnTo>
                <a:lnTo>
                  <a:pt x="257175" y="112966"/>
                </a:lnTo>
                <a:lnTo>
                  <a:pt x="259850" y="112966"/>
                </a:lnTo>
                <a:lnTo>
                  <a:pt x="262517" y="112966"/>
                </a:lnTo>
                <a:lnTo>
                  <a:pt x="265175" y="112966"/>
                </a:lnTo>
                <a:lnTo>
                  <a:pt x="267826" y="112966"/>
                </a:lnTo>
                <a:lnTo>
                  <a:pt x="270468" y="112966"/>
                </a:lnTo>
                <a:lnTo>
                  <a:pt x="273101" y="112966"/>
                </a:lnTo>
                <a:lnTo>
                  <a:pt x="275725" y="112966"/>
                </a:lnTo>
                <a:lnTo>
                  <a:pt x="278341" y="112966"/>
                </a:lnTo>
                <a:lnTo>
                  <a:pt x="280948" y="112966"/>
                </a:lnTo>
                <a:lnTo>
                  <a:pt x="283545" y="112966"/>
                </a:lnTo>
                <a:lnTo>
                  <a:pt x="286133" y="112966"/>
                </a:lnTo>
                <a:lnTo>
                  <a:pt x="288712" y="112966"/>
                </a:lnTo>
                <a:lnTo>
                  <a:pt x="291282" y="112966"/>
                </a:lnTo>
                <a:lnTo>
                  <a:pt x="293841" y="112966"/>
                </a:lnTo>
                <a:lnTo>
                  <a:pt x="296391" y="112966"/>
                </a:lnTo>
                <a:lnTo>
                  <a:pt x="298931" y="112966"/>
                </a:lnTo>
                <a:lnTo>
                  <a:pt x="301461" y="112966"/>
                </a:lnTo>
                <a:lnTo>
                  <a:pt x="303981" y="112966"/>
                </a:lnTo>
                <a:lnTo>
                  <a:pt x="306490" y="112966"/>
                </a:lnTo>
                <a:lnTo>
                  <a:pt x="308989" y="112966"/>
                </a:lnTo>
                <a:lnTo>
                  <a:pt x="308989" y="178308"/>
                </a:lnTo>
                <a:lnTo>
                  <a:pt x="333375" y="89154"/>
                </a:lnTo>
                <a:lnTo>
                  <a:pt x="308989" y="0"/>
                </a:lnTo>
                <a:lnTo>
                  <a:pt x="308989" y="65341"/>
                </a:lnTo>
                <a:lnTo>
                  <a:pt x="306490" y="65341"/>
                </a:lnTo>
                <a:lnTo>
                  <a:pt x="303981" y="65341"/>
                </a:lnTo>
                <a:lnTo>
                  <a:pt x="301461" y="65341"/>
                </a:lnTo>
                <a:lnTo>
                  <a:pt x="298931" y="65341"/>
                </a:lnTo>
                <a:lnTo>
                  <a:pt x="296391" y="65341"/>
                </a:lnTo>
                <a:lnTo>
                  <a:pt x="293841" y="65341"/>
                </a:lnTo>
                <a:lnTo>
                  <a:pt x="291282" y="65341"/>
                </a:lnTo>
                <a:lnTo>
                  <a:pt x="288712" y="65341"/>
                </a:lnTo>
                <a:lnTo>
                  <a:pt x="286133" y="65341"/>
                </a:lnTo>
                <a:lnTo>
                  <a:pt x="283545" y="65341"/>
                </a:lnTo>
                <a:lnTo>
                  <a:pt x="280948" y="65341"/>
                </a:lnTo>
                <a:lnTo>
                  <a:pt x="278341" y="65341"/>
                </a:lnTo>
                <a:lnTo>
                  <a:pt x="275725" y="65341"/>
                </a:lnTo>
                <a:lnTo>
                  <a:pt x="273101" y="65341"/>
                </a:lnTo>
                <a:lnTo>
                  <a:pt x="270468" y="65341"/>
                </a:lnTo>
                <a:lnTo>
                  <a:pt x="267826" y="65341"/>
                </a:lnTo>
                <a:lnTo>
                  <a:pt x="265175" y="65341"/>
                </a:lnTo>
                <a:lnTo>
                  <a:pt x="262517" y="65341"/>
                </a:lnTo>
                <a:lnTo>
                  <a:pt x="259850" y="65341"/>
                </a:lnTo>
                <a:lnTo>
                  <a:pt x="257175" y="65341"/>
                </a:lnTo>
                <a:lnTo>
                  <a:pt x="254492" y="65341"/>
                </a:lnTo>
                <a:lnTo>
                  <a:pt x="251801" y="65341"/>
                </a:lnTo>
                <a:lnTo>
                  <a:pt x="249103" y="65341"/>
                </a:lnTo>
                <a:lnTo>
                  <a:pt x="246397" y="65341"/>
                </a:lnTo>
                <a:lnTo>
                  <a:pt x="243684" y="65341"/>
                </a:lnTo>
                <a:lnTo>
                  <a:pt x="240963" y="65341"/>
                </a:lnTo>
                <a:lnTo>
                  <a:pt x="238236" y="65341"/>
                </a:lnTo>
                <a:lnTo>
                  <a:pt x="235501" y="65341"/>
                </a:lnTo>
                <a:lnTo>
                  <a:pt x="232759" y="65341"/>
                </a:lnTo>
                <a:lnTo>
                  <a:pt x="230011" y="65341"/>
                </a:lnTo>
                <a:lnTo>
                  <a:pt x="227256" y="65341"/>
                </a:lnTo>
                <a:lnTo>
                  <a:pt x="224495" y="65341"/>
                </a:lnTo>
                <a:lnTo>
                  <a:pt x="221727" y="65341"/>
                </a:lnTo>
                <a:lnTo>
                  <a:pt x="218953" y="65341"/>
                </a:lnTo>
                <a:lnTo>
                  <a:pt x="216173" y="65341"/>
                </a:lnTo>
                <a:lnTo>
                  <a:pt x="213387" y="65341"/>
                </a:lnTo>
                <a:lnTo>
                  <a:pt x="210595" y="65341"/>
                </a:lnTo>
                <a:lnTo>
                  <a:pt x="207797" y="65341"/>
                </a:lnTo>
                <a:lnTo>
                  <a:pt x="204994" y="65341"/>
                </a:lnTo>
                <a:lnTo>
                  <a:pt x="202186" y="65341"/>
                </a:lnTo>
                <a:lnTo>
                  <a:pt x="199372" y="65341"/>
                </a:lnTo>
                <a:lnTo>
                  <a:pt x="196553" y="65341"/>
                </a:lnTo>
                <a:lnTo>
                  <a:pt x="193729" y="65341"/>
                </a:lnTo>
                <a:lnTo>
                  <a:pt x="190900" y="65341"/>
                </a:lnTo>
                <a:lnTo>
                  <a:pt x="188066" y="65341"/>
                </a:lnTo>
                <a:lnTo>
                  <a:pt x="185228" y="65341"/>
                </a:lnTo>
                <a:lnTo>
                  <a:pt x="182385" y="65341"/>
                </a:lnTo>
                <a:lnTo>
                  <a:pt x="179538" y="65341"/>
                </a:lnTo>
                <a:lnTo>
                  <a:pt x="176687" y="65341"/>
                </a:lnTo>
                <a:lnTo>
                  <a:pt x="173831" y="65341"/>
                </a:lnTo>
                <a:lnTo>
                  <a:pt x="170972" y="65341"/>
                </a:lnTo>
                <a:lnTo>
                  <a:pt x="168108" y="65341"/>
                </a:lnTo>
                <a:lnTo>
                  <a:pt x="165241" y="65342"/>
                </a:lnTo>
                <a:lnTo>
                  <a:pt x="162371" y="65341"/>
                </a:lnTo>
                <a:lnTo>
                  <a:pt x="159497" y="65342"/>
                </a:lnTo>
                <a:lnTo>
                  <a:pt x="156620" y="65342"/>
                </a:lnTo>
                <a:lnTo>
                  <a:pt x="153739" y="65341"/>
                </a:lnTo>
                <a:lnTo>
                  <a:pt x="150856" y="65341"/>
                </a:lnTo>
                <a:lnTo>
                  <a:pt x="147969" y="65341"/>
                </a:lnTo>
                <a:lnTo>
                  <a:pt x="145080" y="65341"/>
                </a:lnTo>
                <a:lnTo>
                  <a:pt x="142188" y="65341"/>
                </a:lnTo>
                <a:lnTo>
                  <a:pt x="139294" y="65341"/>
                </a:lnTo>
                <a:lnTo>
                  <a:pt x="136397" y="65341"/>
                </a:lnTo>
                <a:lnTo>
                  <a:pt x="133498" y="65341"/>
                </a:lnTo>
                <a:lnTo>
                  <a:pt x="130597" y="65341"/>
                </a:lnTo>
                <a:lnTo>
                  <a:pt x="127694" y="65341"/>
                </a:lnTo>
                <a:lnTo>
                  <a:pt x="124789" y="65341"/>
                </a:lnTo>
                <a:lnTo>
                  <a:pt x="121882" y="65341"/>
                </a:lnTo>
                <a:lnTo>
                  <a:pt x="118974" y="65342"/>
                </a:lnTo>
                <a:lnTo>
                  <a:pt x="116064" y="65341"/>
                </a:lnTo>
                <a:lnTo>
                  <a:pt x="113153" y="65342"/>
                </a:lnTo>
                <a:lnTo>
                  <a:pt x="110241" y="65341"/>
                </a:lnTo>
                <a:lnTo>
                  <a:pt x="107327" y="65342"/>
                </a:lnTo>
                <a:lnTo>
                  <a:pt x="104413" y="65341"/>
                </a:lnTo>
                <a:lnTo>
                  <a:pt x="101498" y="65341"/>
                </a:lnTo>
                <a:lnTo>
                  <a:pt x="98582" y="65341"/>
                </a:lnTo>
                <a:lnTo>
                  <a:pt x="95666" y="65342"/>
                </a:lnTo>
                <a:lnTo>
                  <a:pt x="92750" y="65342"/>
                </a:lnTo>
                <a:lnTo>
                  <a:pt x="89833" y="65342"/>
                </a:lnTo>
                <a:lnTo>
                  <a:pt x="86916" y="65341"/>
                </a:lnTo>
                <a:lnTo>
                  <a:pt x="83999" y="65341"/>
                </a:lnTo>
                <a:lnTo>
                  <a:pt x="81082" y="65341"/>
                </a:lnTo>
                <a:lnTo>
                  <a:pt x="78165" y="65342"/>
                </a:lnTo>
                <a:lnTo>
                  <a:pt x="75249" y="65341"/>
                </a:lnTo>
                <a:lnTo>
                  <a:pt x="72333" y="65341"/>
                </a:lnTo>
                <a:lnTo>
                  <a:pt x="69418" y="65342"/>
                </a:lnTo>
                <a:lnTo>
                  <a:pt x="66504" y="65342"/>
                </a:lnTo>
                <a:lnTo>
                  <a:pt x="63591" y="65341"/>
                </a:lnTo>
                <a:lnTo>
                  <a:pt x="60678" y="65341"/>
                </a:lnTo>
                <a:lnTo>
                  <a:pt x="57767" y="65342"/>
                </a:lnTo>
                <a:lnTo>
                  <a:pt x="54858" y="65341"/>
                </a:lnTo>
                <a:lnTo>
                  <a:pt x="51949" y="65341"/>
                </a:lnTo>
                <a:lnTo>
                  <a:pt x="49043" y="65342"/>
                </a:lnTo>
                <a:lnTo>
                  <a:pt x="46138" y="65342"/>
                </a:lnTo>
                <a:lnTo>
                  <a:pt x="43235" y="65341"/>
                </a:lnTo>
                <a:lnTo>
                  <a:pt x="40333" y="65341"/>
                </a:lnTo>
                <a:lnTo>
                  <a:pt x="37434" y="65341"/>
                </a:lnTo>
                <a:lnTo>
                  <a:pt x="34538" y="65341"/>
                </a:lnTo>
                <a:lnTo>
                  <a:pt x="31643" y="65341"/>
                </a:lnTo>
                <a:lnTo>
                  <a:pt x="28751" y="65341"/>
                </a:lnTo>
                <a:lnTo>
                  <a:pt x="25862" y="65342"/>
                </a:lnTo>
                <a:lnTo>
                  <a:pt x="22976" y="65341"/>
                </a:lnTo>
                <a:lnTo>
                  <a:pt x="20092" y="65341"/>
                </a:lnTo>
                <a:lnTo>
                  <a:pt x="17212" y="65341"/>
                </a:lnTo>
                <a:lnTo>
                  <a:pt x="14334" y="65342"/>
                </a:lnTo>
                <a:lnTo>
                  <a:pt x="11460" y="65341"/>
                </a:lnTo>
                <a:lnTo>
                  <a:pt x="8590" y="65341"/>
                </a:lnTo>
                <a:lnTo>
                  <a:pt x="5723" y="65341"/>
                </a:lnTo>
                <a:lnTo>
                  <a:pt x="2859" y="65341"/>
                </a:lnTo>
                <a:lnTo>
                  <a:pt x="0" y="65341"/>
                </a:lnTo>
                <a:close/>
              </a:path>
            </a:pathLst>
          </a:custGeom>
          <a:solidFill>
            <a:srgbClr val="A67F5C"/>
          </a:solidFill>
          <a:ln w="0">
            <a:noFill/>
          </a:ln>
        </p:spPr>
      </p:sp>
      <p:sp>
        <p:nvSpPr>
          <p:cNvPr id="191" name="Dialogue to Reflection"/>
          <p:cNvSpPr>
            <a:spLocks noGrp="1"/>
          </p:cNvSpPr>
          <p:nvPr/>
        </p:nvSpPr>
        <p:spPr>
          <a:xfrm>
            <a:off x="6667500" y="10359771"/>
            <a:ext cx="323850" cy="178308"/>
          </a:xfrm>
          <a:custGeom>
            <a:avLst/>
            <a:gdLst/>
            <a:ahLst/>
            <a:cxnLst/>
            <a:pathLst>
              <a:path w="323850" h="178308">
                <a:moveTo>
                  <a:pt x="0" y="112966"/>
                </a:moveTo>
                <a:lnTo>
                  <a:pt x="2621" y="112966"/>
                </a:lnTo>
                <a:lnTo>
                  <a:pt x="5247" y="112966"/>
                </a:lnTo>
                <a:lnTo>
                  <a:pt x="7876" y="112966"/>
                </a:lnTo>
                <a:lnTo>
                  <a:pt x="10509" y="112966"/>
                </a:lnTo>
                <a:lnTo>
                  <a:pt x="13145" y="112967"/>
                </a:lnTo>
                <a:lnTo>
                  <a:pt x="15785" y="112966"/>
                </a:lnTo>
                <a:lnTo>
                  <a:pt x="18429" y="112966"/>
                </a:lnTo>
                <a:lnTo>
                  <a:pt x="21076" y="112966"/>
                </a:lnTo>
                <a:lnTo>
                  <a:pt x="23727" y="112967"/>
                </a:lnTo>
                <a:lnTo>
                  <a:pt x="26381" y="112966"/>
                </a:lnTo>
                <a:lnTo>
                  <a:pt x="29039" y="112966"/>
                </a:lnTo>
                <a:lnTo>
                  <a:pt x="31699" y="112966"/>
                </a:lnTo>
                <a:lnTo>
                  <a:pt x="34363" y="112966"/>
                </a:lnTo>
                <a:lnTo>
                  <a:pt x="37030" y="112966"/>
                </a:lnTo>
                <a:lnTo>
                  <a:pt x="39700" y="112966"/>
                </a:lnTo>
                <a:lnTo>
                  <a:pt x="42373" y="112967"/>
                </a:lnTo>
                <a:lnTo>
                  <a:pt x="45049" y="112967"/>
                </a:lnTo>
                <a:lnTo>
                  <a:pt x="47727" y="112966"/>
                </a:lnTo>
                <a:lnTo>
                  <a:pt x="50409" y="112966"/>
                </a:lnTo>
                <a:lnTo>
                  <a:pt x="53093" y="112967"/>
                </a:lnTo>
                <a:lnTo>
                  <a:pt x="55780" y="112966"/>
                </a:lnTo>
                <a:lnTo>
                  <a:pt x="58469" y="112966"/>
                </a:lnTo>
                <a:lnTo>
                  <a:pt x="61161" y="112967"/>
                </a:lnTo>
                <a:lnTo>
                  <a:pt x="63856" y="112967"/>
                </a:lnTo>
                <a:lnTo>
                  <a:pt x="66552" y="112966"/>
                </a:lnTo>
                <a:lnTo>
                  <a:pt x="69251" y="112966"/>
                </a:lnTo>
                <a:lnTo>
                  <a:pt x="71953" y="112967"/>
                </a:lnTo>
                <a:lnTo>
                  <a:pt x="74656" y="112966"/>
                </a:lnTo>
                <a:lnTo>
                  <a:pt x="77362" y="112966"/>
                </a:lnTo>
                <a:lnTo>
                  <a:pt x="80070" y="112966"/>
                </a:lnTo>
                <a:lnTo>
                  <a:pt x="82779" y="112967"/>
                </a:lnTo>
                <a:lnTo>
                  <a:pt x="85491" y="112967"/>
                </a:lnTo>
                <a:lnTo>
                  <a:pt x="88204" y="112967"/>
                </a:lnTo>
                <a:lnTo>
                  <a:pt x="90919" y="112966"/>
                </a:lnTo>
                <a:lnTo>
                  <a:pt x="93636" y="112966"/>
                </a:lnTo>
                <a:lnTo>
                  <a:pt x="96355" y="112966"/>
                </a:lnTo>
                <a:lnTo>
                  <a:pt x="99075" y="112967"/>
                </a:lnTo>
                <a:lnTo>
                  <a:pt x="101797" y="112966"/>
                </a:lnTo>
                <a:lnTo>
                  <a:pt x="104520" y="112967"/>
                </a:lnTo>
                <a:lnTo>
                  <a:pt x="107244" y="112966"/>
                </a:lnTo>
                <a:lnTo>
                  <a:pt x="109970" y="112967"/>
                </a:lnTo>
                <a:lnTo>
                  <a:pt x="112697" y="112966"/>
                </a:lnTo>
                <a:lnTo>
                  <a:pt x="115426" y="112966"/>
                </a:lnTo>
                <a:lnTo>
                  <a:pt x="118155" y="112966"/>
                </a:lnTo>
                <a:lnTo>
                  <a:pt x="120886" y="112966"/>
                </a:lnTo>
                <a:lnTo>
                  <a:pt x="123617" y="112966"/>
                </a:lnTo>
                <a:lnTo>
                  <a:pt x="126350" y="112966"/>
                </a:lnTo>
                <a:lnTo>
                  <a:pt x="129083" y="112966"/>
                </a:lnTo>
                <a:lnTo>
                  <a:pt x="131817" y="112966"/>
                </a:lnTo>
                <a:lnTo>
                  <a:pt x="134552" y="112966"/>
                </a:lnTo>
                <a:lnTo>
                  <a:pt x="137287" y="112966"/>
                </a:lnTo>
                <a:lnTo>
                  <a:pt x="140023" y="112966"/>
                </a:lnTo>
                <a:lnTo>
                  <a:pt x="142760" y="112966"/>
                </a:lnTo>
                <a:lnTo>
                  <a:pt x="145497" y="112967"/>
                </a:lnTo>
                <a:lnTo>
                  <a:pt x="148234" y="112967"/>
                </a:lnTo>
                <a:lnTo>
                  <a:pt x="150972" y="112966"/>
                </a:lnTo>
                <a:lnTo>
                  <a:pt x="153710" y="112967"/>
                </a:lnTo>
                <a:lnTo>
                  <a:pt x="156448" y="112966"/>
                </a:lnTo>
                <a:lnTo>
                  <a:pt x="159187" y="112966"/>
                </a:lnTo>
                <a:lnTo>
                  <a:pt x="161925" y="112966"/>
                </a:lnTo>
                <a:lnTo>
                  <a:pt x="164663" y="112966"/>
                </a:lnTo>
                <a:lnTo>
                  <a:pt x="167402" y="112966"/>
                </a:lnTo>
                <a:lnTo>
                  <a:pt x="170140" y="112966"/>
                </a:lnTo>
                <a:lnTo>
                  <a:pt x="172878" y="112966"/>
                </a:lnTo>
                <a:lnTo>
                  <a:pt x="175616" y="112966"/>
                </a:lnTo>
                <a:lnTo>
                  <a:pt x="178353" y="112966"/>
                </a:lnTo>
                <a:lnTo>
                  <a:pt x="181090" y="112966"/>
                </a:lnTo>
                <a:lnTo>
                  <a:pt x="183827" y="112966"/>
                </a:lnTo>
                <a:lnTo>
                  <a:pt x="186563" y="112966"/>
                </a:lnTo>
                <a:lnTo>
                  <a:pt x="189298" y="112966"/>
                </a:lnTo>
                <a:lnTo>
                  <a:pt x="192033" y="112966"/>
                </a:lnTo>
                <a:lnTo>
                  <a:pt x="194767" y="112966"/>
                </a:lnTo>
                <a:lnTo>
                  <a:pt x="197500" y="112966"/>
                </a:lnTo>
                <a:lnTo>
                  <a:pt x="200233" y="112966"/>
                </a:lnTo>
                <a:lnTo>
                  <a:pt x="202964" y="112966"/>
                </a:lnTo>
                <a:lnTo>
                  <a:pt x="205695" y="112966"/>
                </a:lnTo>
                <a:lnTo>
                  <a:pt x="208424" y="112966"/>
                </a:lnTo>
                <a:lnTo>
                  <a:pt x="211153" y="112966"/>
                </a:lnTo>
                <a:lnTo>
                  <a:pt x="213880" y="112966"/>
                </a:lnTo>
                <a:lnTo>
                  <a:pt x="216606" y="112966"/>
                </a:lnTo>
                <a:lnTo>
                  <a:pt x="219330" y="112966"/>
                </a:lnTo>
                <a:lnTo>
                  <a:pt x="222053" y="112966"/>
                </a:lnTo>
                <a:lnTo>
                  <a:pt x="224775" y="112966"/>
                </a:lnTo>
                <a:lnTo>
                  <a:pt x="227495" y="112966"/>
                </a:lnTo>
                <a:lnTo>
                  <a:pt x="230214" y="112966"/>
                </a:lnTo>
                <a:lnTo>
                  <a:pt x="232931" y="112966"/>
                </a:lnTo>
                <a:lnTo>
                  <a:pt x="235646" y="112966"/>
                </a:lnTo>
                <a:lnTo>
                  <a:pt x="238359" y="112966"/>
                </a:lnTo>
                <a:lnTo>
                  <a:pt x="241071" y="112966"/>
                </a:lnTo>
                <a:lnTo>
                  <a:pt x="243780" y="112966"/>
                </a:lnTo>
                <a:lnTo>
                  <a:pt x="246488" y="112966"/>
                </a:lnTo>
                <a:lnTo>
                  <a:pt x="249194" y="112966"/>
                </a:lnTo>
                <a:lnTo>
                  <a:pt x="251897" y="112966"/>
                </a:lnTo>
                <a:lnTo>
                  <a:pt x="254599" y="112966"/>
                </a:lnTo>
                <a:lnTo>
                  <a:pt x="257298" y="112966"/>
                </a:lnTo>
                <a:lnTo>
                  <a:pt x="259994" y="112966"/>
                </a:lnTo>
                <a:lnTo>
                  <a:pt x="262689" y="112966"/>
                </a:lnTo>
                <a:lnTo>
                  <a:pt x="265381" y="112966"/>
                </a:lnTo>
                <a:lnTo>
                  <a:pt x="268070" y="112966"/>
                </a:lnTo>
                <a:lnTo>
                  <a:pt x="270757" y="112966"/>
                </a:lnTo>
                <a:lnTo>
                  <a:pt x="273441" y="112966"/>
                </a:lnTo>
                <a:lnTo>
                  <a:pt x="276123" y="112966"/>
                </a:lnTo>
                <a:lnTo>
                  <a:pt x="278801" y="112966"/>
                </a:lnTo>
                <a:lnTo>
                  <a:pt x="281477" y="112966"/>
                </a:lnTo>
                <a:lnTo>
                  <a:pt x="284150" y="112966"/>
                </a:lnTo>
                <a:lnTo>
                  <a:pt x="286820" y="112966"/>
                </a:lnTo>
                <a:lnTo>
                  <a:pt x="289487" y="112966"/>
                </a:lnTo>
                <a:lnTo>
                  <a:pt x="292151" y="112966"/>
                </a:lnTo>
                <a:lnTo>
                  <a:pt x="294811" y="112966"/>
                </a:lnTo>
                <a:lnTo>
                  <a:pt x="297469" y="112966"/>
                </a:lnTo>
                <a:lnTo>
                  <a:pt x="297469" y="178308"/>
                </a:lnTo>
                <a:lnTo>
                  <a:pt x="323850" y="89154"/>
                </a:lnTo>
                <a:lnTo>
                  <a:pt x="297469" y="0"/>
                </a:lnTo>
                <a:lnTo>
                  <a:pt x="297469" y="65341"/>
                </a:lnTo>
                <a:lnTo>
                  <a:pt x="294811" y="65341"/>
                </a:lnTo>
                <a:lnTo>
                  <a:pt x="292151" y="65341"/>
                </a:lnTo>
                <a:lnTo>
                  <a:pt x="289487" y="65341"/>
                </a:lnTo>
                <a:lnTo>
                  <a:pt x="286820" y="65341"/>
                </a:lnTo>
                <a:lnTo>
                  <a:pt x="284150" y="65341"/>
                </a:lnTo>
                <a:lnTo>
                  <a:pt x="281477" y="65341"/>
                </a:lnTo>
                <a:lnTo>
                  <a:pt x="278801" y="65341"/>
                </a:lnTo>
                <a:lnTo>
                  <a:pt x="276123" y="65341"/>
                </a:lnTo>
                <a:lnTo>
                  <a:pt x="273441" y="65341"/>
                </a:lnTo>
                <a:lnTo>
                  <a:pt x="270757" y="65341"/>
                </a:lnTo>
                <a:lnTo>
                  <a:pt x="268070" y="65341"/>
                </a:lnTo>
                <a:lnTo>
                  <a:pt x="265381" y="65341"/>
                </a:lnTo>
                <a:lnTo>
                  <a:pt x="262689" y="65341"/>
                </a:lnTo>
                <a:lnTo>
                  <a:pt x="259994" y="65341"/>
                </a:lnTo>
                <a:lnTo>
                  <a:pt x="257298" y="65341"/>
                </a:lnTo>
                <a:lnTo>
                  <a:pt x="254599" y="65341"/>
                </a:lnTo>
                <a:lnTo>
                  <a:pt x="251897" y="65341"/>
                </a:lnTo>
                <a:lnTo>
                  <a:pt x="249194" y="65341"/>
                </a:lnTo>
                <a:lnTo>
                  <a:pt x="246488" y="65341"/>
                </a:lnTo>
                <a:lnTo>
                  <a:pt x="243780" y="65341"/>
                </a:lnTo>
                <a:lnTo>
                  <a:pt x="241071" y="65341"/>
                </a:lnTo>
                <a:lnTo>
                  <a:pt x="238359" y="65341"/>
                </a:lnTo>
                <a:lnTo>
                  <a:pt x="235646" y="65341"/>
                </a:lnTo>
                <a:lnTo>
                  <a:pt x="232931" y="65341"/>
                </a:lnTo>
                <a:lnTo>
                  <a:pt x="230214" y="65341"/>
                </a:lnTo>
                <a:lnTo>
                  <a:pt x="227495" y="65341"/>
                </a:lnTo>
                <a:lnTo>
                  <a:pt x="224775" y="65341"/>
                </a:lnTo>
                <a:lnTo>
                  <a:pt x="222053" y="65341"/>
                </a:lnTo>
                <a:lnTo>
                  <a:pt x="219330" y="65341"/>
                </a:lnTo>
                <a:lnTo>
                  <a:pt x="216606" y="65341"/>
                </a:lnTo>
                <a:lnTo>
                  <a:pt x="213880" y="65341"/>
                </a:lnTo>
                <a:lnTo>
                  <a:pt x="211153" y="65341"/>
                </a:lnTo>
                <a:lnTo>
                  <a:pt x="208424" y="65341"/>
                </a:lnTo>
                <a:lnTo>
                  <a:pt x="205695" y="65341"/>
                </a:lnTo>
                <a:lnTo>
                  <a:pt x="202964" y="65341"/>
                </a:lnTo>
                <a:lnTo>
                  <a:pt x="200233" y="65341"/>
                </a:lnTo>
                <a:lnTo>
                  <a:pt x="197500" y="65341"/>
                </a:lnTo>
                <a:lnTo>
                  <a:pt x="194767" y="65341"/>
                </a:lnTo>
                <a:lnTo>
                  <a:pt x="192033" y="65341"/>
                </a:lnTo>
                <a:lnTo>
                  <a:pt x="189298" y="65341"/>
                </a:lnTo>
                <a:lnTo>
                  <a:pt x="186563" y="65341"/>
                </a:lnTo>
                <a:lnTo>
                  <a:pt x="183827" y="65341"/>
                </a:lnTo>
                <a:lnTo>
                  <a:pt x="181090" y="65341"/>
                </a:lnTo>
                <a:lnTo>
                  <a:pt x="178353" y="65341"/>
                </a:lnTo>
                <a:lnTo>
                  <a:pt x="175616" y="65341"/>
                </a:lnTo>
                <a:lnTo>
                  <a:pt x="172878" y="65341"/>
                </a:lnTo>
                <a:lnTo>
                  <a:pt x="170140" y="65341"/>
                </a:lnTo>
                <a:lnTo>
                  <a:pt x="167402" y="65341"/>
                </a:lnTo>
                <a:lnTo>
                  <a:pt x="164663" y="65341"/>
                </a:lnTo>
                <a:lnTo>
                  <a:pt x="161925" y="65341"/>
                </a:lnTo>
                <a:lnTo>
                  <a:pt x="159187" y="65341"/>
                </a:lnTo>
                <a:lnTo>
                  <a:pt x="156448" y="65341"/>
                </a:lnTo>
                <a:lnTo>
                  <a:pt x="153710" y="65342"/>
                </a:lnTo>
                <a:lnTo>
                  <a:pt x="150972" y="65341"/>
                </a:lnTo>
                <a:lnTo>
                  <a:pt x="148234" y="65342"/>
                </a:lnTo>
                <a:lnTo>
                  <a:pt x="145497" y="65342"/>
                </a:lnTo>
                <a:lnTo>
                  <a:pt x="142760" y="65341"/>
                </a:lnTo>
                <a:lnTo>
                  <a:pt x="140023" y="65341"/>
                </a:lnTo>
                <a:lnTo>
                  <a:pt x="137287" y="65341"/>
                </a:lnTo>
                <a:lnTo>
                  <a:pt x="134552" y="65341"/>
                </a:lnTo>
                <a:lnTo>
                  <a:pt x="131817" y="65341"/>
                </a:lnTo>
                <a:lnTo>
                  <a:pt x="129083" y="65341"/>
                </a:lnTo>
                <a:lnTo>
                  <a:pt x="126350" y="65341"/>
                </a:lnTo>
                <a:lnTo>
                  <a:pt x="123617" y="65341"/>
                </a:lnTo>
                <a:lnTo>
                  <a:pt x="120886" y="65341"/>
                </a:lnTo>
                <a:lnTo>
                  <a:pt x="118155" y="65341"/>
                </a:lnTo>
                <a:lnTo>
                  <a:pt x="115426" y="65341"/>
                </a:lnTo>
                <a:lnTo>
                  <a:pt x="112697" y="65341"/>
                </a:lnTo>
                <a:lnTo>
                  <a:pt x="109970" y="65342"/>
                </a:lnTo>
                <a:lnTo>
                  <a:pt x="107244" y="65341"/>
                </a:lnTo>
                <a:lnTo>
                  <a:pt x="104520" y="65342"/>
                </a:lnTo>
                <a:lnTo>
                  <a:pt x="101797" y="65341"/>
                </a:lnTo>
                <a:lnTo>
                  <a:pt x="99075" y="65342"/>
                </a:lnTo>
                <a:lnTo>
                  <a:pt x="96355" y="65341"/>
                </a:lnTo>
                <a:lnTo>
                  <a:pt x="93636" y="65341"/>
                </a:lnTo>
                <a:lnTo>
                  <a:pt x="90919" y="65341"/>
                </a:lnTo>
                <a:lnTo>
                  <a:pt x="88204" y="65342"/>
                </a:lnTo>
                <a:lnTo>
                  <a:pt x="85491" y="65342"/>
                </a:lnTo>
                <a:lnTo>
                  <a:pt x="82779" y="65342"/>
                </a:lnTo>
                <a:lnTo>
                  <a:pt x="80070" y="65341"/>
                </a:lnTo>
                <a:lnTo>
                  <a:pt x="77362" y="65341"/>
                </a:lnTo>
                <a:lnTo>
                  <a:pt x="74656" y="65341"/>
                </a:lnTo>
                <a:lnTo>
                  <a:pt x="71953" y="65342"/>
                </a:lnTo>
                <a:lnTo>
                  <a:pt x="69251" y="65341"/>
                </a:lnTo>
                <a:lnTo>
                  <a:pt x="66552" y="65341"/>
                </a:lnTo>
                <a:lnTo>
                  <a:pt x="63856" y="65342"/>
                </a:lnTo>
                <a:lnTo>
                  <a:pt x="61161" y="65342"/>
                </a:lnTo>
                <a:lnTo>
                  <a:pt x="58469" y="65341"/>
                </a:lnTo>
                <a:lnTo>
                  <a:pt x="55780" y="65341"/>
                </a:lnTo>
                <a:lnTo>
                  <a:pt x="53093" y="65342"/>
                </a:lnTo>
                <a:lnTo>
                  <a:pt x="50409" y="65341"/>
                </a:lnTo>
                <a:lnTo>
                  <a:pt x="47727" y="65341"/>
                </a:lnTo>
                <a:lnTo>
                  <a:pt x="45049" y="65342"/>
                </a:lnTo>
                <a:lnTo>
                  <a:pt x="42373" y="65342"/>
                </a:lnTo>
                <a:lnTo>
                  <a:pt x="39700" y="65341"/>
                </a:lnTo>
                <a:lnTo>
                  <a:pt x="37030" y="65341"/>
                </a:lnTo>
                <a:lnTo>
                  <a:pt x="34363" y="65341"/>
                </a:lnTo>
                <a:lnTo>
                  <a:pt x="31699" y="65341"/>
                </a:lnTo>
                <a:lnTo>
                  <a:pt x="29039" y="65341"/>
                </a:lnTo>
                <a:lnTo>
                  <a:pt x="26381" y="65341"/>
                </a:lnTo>
                <a:lnTo>
                  <a:pt x="23727" y="65342"/>
                </a:lnTo>
                <a:lnTo>
                  <a:pt x="21076" y="65341"/>
                </a:lnTo>
                <a:lnTo>
                  <a:pt x="18429" y="65341"/>
                </a:lnTo>
                <a:lnTo>
                  <a:pt x="15785" y="65341"/>
                </a:lnTo>
                <a:lnTo>
                  <a:pt x="13145" y="65342"/>
                </a:lnTo>
                <a:lnTo>
                  <a:pt x="10509" y="65341"/>
                </a:lnTo>
                <a:lnTo>
                  <a:pt x="7876" y="65341"/>
                </a:lnTo>
                <a:lnTo>
                  <a:pt x="5247" y="65341"/>
                </a:lnTo>
                <a:lnTo>
                  <a:pt x="2621" y="65341"/>
                </a:lnTo>
                <a:lnTo>
                  <a:pt x="0" y="65341"/>
                </a:lnTo>
                <a:close/>
              </a:path>
            </a:pathLst>
          </a:custGeom>
          <a:solidFill>
            <a:srgbClr val="A67F5C"/>
          </a:solidFill>
          <a:ln w="0">
            <a:noFill/>
          </a:ln>
        </p:spPr>
      </p:sp>
      <p:sp>
        <p:nvSpPr>
          <p:cNvPr id="192" name="Reflection to Iteration"/>
          <p:cNvSpPr>
            <a:spLocks noGrp="1"/>
          </p:cNvSpPr>
          <p:nvPr/>
        </p:nvSpPr>
        <p:spPr>
          <a:xfrm>
            <a:off x="9944100" y="10359771"/>
            <a:ext cx="333375" cy="178308"/>
          </a:xfrm>
          <a:custGeom>
            <a:avLst/>
            <a:gdLst/>
            <a:ahLst/>
            <a:cxnLst/>
            <a:pathLst>
              <a:path w="333375" h="178308">
                <a:moveTo>
                  <a:pt x="0" y="112966"/>
                </a:moveTo>
                <a:lnTo>
                  <a:pt x="2857" y="112966"/>
                </a:lnTo>
                <a:lnTo>
                  <a:pt x="5715" y="112966"/>
                </a:lnTo>
                <a:lnTo>
                  <a:pt x="8572" y="112966"/>
                </a:lnTo>
                <a:lnTo>
                  <a:pt x="11430" y="112966"/>
                </a:lnTo>
                <a:lnTo>
                  <a:pt x="14287" y="112967"/>
                </a:lnTo>
                <a:lnTo>
                  <a:pt x="17144" y="112966"/>
                </a:lnTo>
                <a:lnTo>
                  <a:pt x="20001" y="112966"/>
                </a:lnTo>
                <a:lnTo>
                  <a:pt x="22857" y="112966"/>
                </a:lnTo>
                <a:lnTo>
                  <a:pt x="25713" y="112967"/>
                </a:lnTo>
                <a:lnTo>
                  <a:pt x="28569" y="112966"/>
                </a:lnTo>
                <a:lnTo>
                  <a:pt x="31425" y="112966"/>
                </a:lnTo>
                <a:lnTo>
                  <a:pt x="34280" y="112966"/>
                </a:lnTo>
                <a:lnTo>
                  <a:pt x="37135" y="112966"/>
                </a:lnTo>
                <a:lnTo>
                  <a:pt x="39990" y="112966"/>
                </a:lnTo>
                <a:lnTo>
                  <a:pt x="42844" y="112966"/>
                </a:lnTo>
                <a:lnTo>
                  <a:pt x="45697" y="112967"/>
                </a:lnTo>
                <a:lnTo>
                  <a:pt x="48550" y="112967"/>
                </a:lnTo>
                <a:lnTo>
                  <a:pt x="51403" y="112966"/>
                </a:lnTo>
                <a:lnTo>
                  <a:pt x="54255" y="112966"/>
                </a:lnTo>
                <a:lnTo>
                  <a:pt x="57106" y="112967"/>
                </a:lnTo>
                <a:lnTo>
                  <a:pt x="59956" y="112966"/>
                </a:lnTo>
                <a:lnTo>
                  <a:pt x="62806" y="112966"/>
                </a:lnTo>
                <a:lnTo>
                  <a:pt x="65655" y="112967"/>
                </a:lnTo>
                <a:lnTo>
                  <a:pt x="68504" y="112967"/>
                </a:lnTo>
                <a:lnTo>
                  <a:pt x="71351" y="112966"/>
                </a:lnTo>
                <a:lnTo>
                  <a:pt x="74198" y="112966"/>
                </a:lnTo>
                <a:lnTo>
                  <a:pt x="77044" y="112967"/>
                </a:lnTo>
                <a:lnTo>
                  <a:pt x="79889" y="112966"/>
                </a:lnTo>
                <a:lnTo>
                  <a:pt x="82733" y="112966"/>
                </a:lnTo>
                <a:lnTo>
                  <a:pt x="85576" y="112966"/>
                </a:lnTo>
                <a:lnTo>
                  <a:pt x="88418" y="112967"/>
                </a:lnTo>
                <a:lnTo>
                  <a:pt x="91259" y="112967"/>
                </a:lnTo>
                <a:lnTo>
                  <a:pt x="94099" y="112967"/>
                </a:lnTo>
                <a:lnTo>
                  <a:pt x="96938" y="112966"/>
                </a:lnTo>
                <a:lnTo>
                  <a:pt x="99776" y="112966"/>
                </a:lnTo>
                <a:lnTo>
                  <a:pt x="102613" y="112966"/>
                </a:lnTo>
                <a:lnTo>
                  <a:pt x="105448" y="112967"/>
                </a:lnTo>
                <a:lnTo>
                  <a:pt x="108283" y="112966"/>
                </a:lnTo>
                <a:lnTo>
                  <a:pt x="111116" y="112967"/>
                </a:lnTo>
                <a:lnTo>
                  <a:pt x="113947" y="112966"/>
                </a:lnTo>
                <a:lnTo>
                  <a:pt x="116778" y="112967"/>
                </a:lnTo>
                <a:lnTo>
                  <a:pt x="119607" y="112966"/>
                </a:lnTo>
                <a:lnTo>
                  <a:pt x="122434" y="112966"/>
                </a:lnTo>
                <a:lnTo>
                  <a:pt x="125260" y="112966"/>
                </a:lnTo>
                <a:lnTo>
                  <a:pt x="128085" y="112966"/>
                </a:lnTo>
                <a:lnTo>
                  <a:pt x="130908" y="112966"/>
                </a:lnTo>
                <a:lnTo>
                  <a:pt x="133730" y="112966"/>
                </a:lnTo>
                <a:lnTo>
                  <a:pt x="136550" y="112966"/>
                </a:lnTo>
                <a:lnTo>
                  <a:pt x="139369" y="112966"/>
                </a:lnTo>
                <a:lnTo>
                  <a:pt x="142186" y="112966"/>
                </a:lnTo>
                <a:lnTo>
                  <a:pt x="145001" y="112966"/>
                </a:lnTo>
                <a:lnTo>
                  <a:pt x="147815" y="112966"/>
                </a:lnTo>
                <a:lnTo>
                  <a:pt x="150627" y="112966"/>
                </a:lnTo>
                <a:lnTo>
                  <a:pt x="153437" y="112967"/>
                </a:lnTo>
                <a:lnTo>
                  <a:pt x="156245" y="112967"/>
                </a:lnTo>
                <a:lnTo>
                  <a:pt x="159052" y="112966"/>
                </a:lnTo>
                <a:lnTo>
                  <a:pt x="161857" y="112967"/>
                </a:lnTo>
                <a:lnTo>
                  <a:pt x="164660" y="112966"/>
                </a:lnTo>
                <a:lnTo>
                  <a:pt x="167460" y="112966"/>
                </a:lnTo>
                <a:lnTo>
                  <a:pt x="170259" y="112966"/>
                </a:lnTo>
                <a:lnTo>
                  <a:pt x="173056" y="112966"/>
                </a:lnTo>
                <a:lnTo>
                  <a:pt x="175851" y="112966"/>
                </a:lnTo>
                <a:lnTo>
                  <a:pt x="178644" y="112966"/>
                </a:lnTo>
                <a:lnTo>
                  <a:pt x="181435" y="112966"/>
                </a:lnTo>
                <a:lnTo>
                  <a:pt x="184224" y="112966"/>
                </a:lnTo>
                <a:lnTo>
                  <a:pt x="187010" y="112966"/>
                </a:lnTo>
                <a:lnTo>
                  <a:pt x="189795" y="112966"/>
                </a:lnTo>
                <a:lnTo>
                  <a:pt x="192577" y="112966"/>
                </a:lnTo>
                <a:lnTo>
                  <a:pt x="195357" y="112966"/>
                </a:lnTo>
                <a:lnTo>
                  <a:pt x="198134" y="112966"/>
                </a:lnTo>
                <a:lnTo>
                  <a:pt x="200910" y="112966"/>
                </a:lnTo>
                <a:lnTo>
                  <a:pt x="203683" y="112966"/>
                </a:lnTo>
                <a:lnTo>
                  <a:pt x="206453" y="112966"/>
                </a:lnTo>
                <a:lnTo>
                  <a:pt x="209221" y="112966"/>
                </a:lnTo>
                <a:lnTo>
                  <a:pt x="211987" y="112966"/>
                </a:lnTo>
                <a:lnTo>
                  <a:pt x="214750" y="112966"/>
                </a:lnTo>
                <a:lnTo>
                  <a:pt x="217511" y="112966"/>
                </a:lnTo>
                <a:lnTo>
                  <a:pt x="220269" y="112966"/>
                </a:lnTo>
                <a:lnTo>
                  <a:pt x="223025" y="112966"/>
                </a:lnTo>
                <a:lnTo>
                  <a:pt x="225778" y="112966"/>
                </a:lnTo>
                <a:lnTo>
                  <a:pt x="228528" y="112966"/>
                </a:lnTo>
                <a:lnTo>
                  <a:pt x="231276" y="112966"/>
                </a:lnTo>
                <a:lnTo>
                  <a:pt x="234021" y="112966"/>
                </a:lnTo>
                <a:lnTo>
                  <a:pt x="236763" y="112966"/>
                </a:lnTo>
                <a:lnTo>
                  <a:pt x="239502" y="112966"/>
                </a:lnTo>
                <a:lnTo>
                  <a:pt x="242239" y="112966"/>
                </a:lnTo>
                <a:lnTo>
                  <a:pt x="244973" y="112966"/>
                </a:lnTo>
                <a:lnTo>
                  <a:pt x="247704" y="112966"/>
                </a:lnTo>
                <a:lnTo>
                  <a:pt x="250432" y="112966"/>
                </a:lnTo>
                <a:lnTo>
                  <a:pt x="253157" y="112966"/>
                </a:lnTo>
                <a:lnTo>
                  <a:pt x="255879" y="112966"/>
                </a:lnTo>
                <a:lnTo>
                  <a:pt x="258598" y="112966"/>
                </a:lnTo>
                <a:lnTo>
                  <a:pt x="261314" y="112966"/>
                </a:lnTo>
                <a:lnTo>
                  <a:pt x="264027" y="112966"/>
                </a:lnTo>
                <a:lnTo>
                  <a:pt x="266737" y="112966"/>
                </a:lnTo>
                <a:lnTo>
                  <a:pt x="269443" y="112966"/>
                </a:lnTo>
                <a:lnTo>
                  <a:pt x="272147" y="112966"/>
                </a:lnTo>
                <a:lnTo>
                  <a:pt x="274847" y="112966"/>
                </a:lnTo>
                <a:lnTo>
                  <a:pt x="277544" y="112966"/>
                </a:lnTo>
                <a:lnTo>
                  <a:pt x="280238" y="112966"/>
                </a:lnTo>
                <a:lnTo>
                  <a:pt x="282928" y="112966"/>
                </a:lnTo>
                <a:lnTo>
                  <a:pt x="285615" y="112966"/>
                </a:lnTo>
                <a:lnTo>
                  <a:pt x="288299" y="112966"/>
                </a:lnTo>
                <a:lnTo>
                  <a:pt x="290980" y="112966"/>
                </a:lnTo>
                <a:lnTo>
                  <a:pt x="293656" y="112966"/>
                </a:lnTo>
                <a:lnTo>
                  <a:pt x="296330" y="112966"/>
                </a:lnTo>
                <a:lnTo>
                  <a:pt x="299000" y="112966"/>
                </a:lnTo>
                <a:lnTo>
                  <a:pt x="301666" y="112966"/>
                </a:lnTo>
                <a:lnTo>
                  <a:pt x="304329" y="112966"/>
                </a:lnTo>
                <a:lnTo>
                  <a:pt x="306988" y="112966"/>
                </a:lnTo>
                <a:lnTo>
                  <a:pt x="306988" y="178308"/>
                </a:lnTo>
                <a:lnTo>
                  <a:pt x="333375" y="89154"/>
                </a:lnTo>
                <a:lnTo>
                  <a:pt x="306988" y="0"/>
                </a:lnTo>
                <a:lnTo>
                  <a:pt x="306988" y="65341"/>
                </a:lnTo>
                <a:lnTo>
                  <a:pt x="304329" y="65341"/>
                </a:lnTo>
                <a:lnTo>
                  <a:pt x="301666" y="65341"/>
                </a:lnTo>
                <a:lnTo>
                  <a:pt x="299000" y="65341"/>
                </a:lnTo>
                <a:lnTo>
                  <a:pt x="296330" y="65341"/>
                </a:lnTo>
                <a:lnTo>
                  <a:pt x="293656" y="65341"/>
                </a:lnTo>
                <a:lnTo>
                  <a:pt x="290980" y="65341"/>
                </a:lnTo>
                <a:lnTo>
                  <a:pt x="288299" y="65341"/>
                </a:lnTo>
                <a:lnTo>
                  <a:pt x="285615" y="65341"/>
                </a:lnTo>
                <a:lnTo>
                  <a:pt x="282928" y="65341"/>
                </a:lnTo>
                <a:lnTo>
                  <a:pt x="280238" y="65341"/>
                </a:lnTo>
                <a:lnTo>
                  <a:pt x="277544" y="65341"/>
                </a:lnTo>
                <a:lnTo>
                  <a:pt x="274847" y="65341"/>
                </a:lnTo>
                <a:lnTo>
                  <a:pt x="272147" y="65341"/>
                </a:lnTo>
                <a:lnTo>
                  <a:pt x="269443" y="65341"/>
                </a:lnTo>
                <a:lnTo>
                  <a:pt x="266737" y="65341"/>
                </a:lnTo>
                <a:lnTo>
                  <a:pt x="264027" y="65341"/>
                </a:lnTo>
                <a:lnTo>
                  <a:pt x="261314" y="65341"/>
                </a:lnTo>
                <a:lnTo>
                  <a:pt x="258598" y="65341"/>
                </a:lnTo>
                <a:lnTo>
                  <a:pt x="255879" y="65341"/>
                </a:lnTo>
                <a:lnTo>
                  <a:pt x="253157" y="65341"/>
                </a:lnTo>
                <a:lnTo>
                  <a:pt x="250432" y="65341"/>
                </a:lnTo>
                <a:lnTo>
                  <a:pt x="247704" y="65341"/>
                </a:lnTo>
                <a:lnTo>
                  <a:pt x="244973" y="65341"/>
                </a:lnTo>
                <a:lnTo>
                  <a:pt x="242239" y="65341"/>
                </a:lnTo>
                <a:lnTo>
                  <a:pt x="239502" y="65341"/>
                </a:lnTo>
                <a:lnTo>
                  <a:pt x="236763" y="65341"/>
                </a:lnTo>
                <a:lnTo>
                  <a:pt x="234021" y="65341"/>
                </a:lnTo>
                <a:lnTo>
                  <a:pt x="231276" y="65341"/>
                </a:lnTo>
                <a:lnTo>
                  <a:pt x="228528" y="65341"/>
                </a:lnTo>
                <a:lnTo>
                  <a:pt x="225778" y="65341"/>
                </a:lnTo>
                <a:lnTo>
                  <a:pt x="223025" y="65341"/>
                </a:lnTo>
                <a:lnTo>
                  <a:pt x="220269" y="65341"/>
                </a:lnTo>
                <a:lnTo>
                  <a:pt x="217511" y="65341"/>
                </a:lnTo>
                <a:lnTo>
                  <a:pt x="214750" y="65341"/>
                </a:lnTo>
                <a:lnTo>
                  <a:pt x="211987" y="65341"/>
                </a:lnTo>
                <a:lnTo>
                  <a:pt x="209221" y="65341"/>
                </a:lnTo>
                <a:lnTo>
                  <a:pt x="206453" y="65341"/>
                </a:lnTo>
                <a:lnTo>
                  <a:pt x="203683" y="65341"/>
                </a:lnTo>
                <a:lnTo>
                  <a:pt x="200910" y="65341"/>
                </a:lnTo>
                <a:lnTo>
                  <a:pt x="198134" y="65341"/>
                </a:lnTo>
                <a:lnTo>
                  <a:pt x="195357" y="65341"/>
                </a:lnTo>
                <a:lnTo>
                  <a:pt x="192577" y="65341"/>
                </a:lnTo>
                <a:lnTo>
                  <a:pt x="189795" y="65341"/>
                </a:lnTo>
                <a:lnTo>
                  <a:pt x="187010" y="65341"/>
                </a:lnTo>
                <a:lnTo>
                  <a:pt x="184224" y="65341"/>
                </a:lnTo>
                <a:lnTo>
                  <a:pt x="181435" y="65341"/>
                </a:lnTo>
                <a:lnTo>
                  <a:pt x="178644" y="65341"/>
                </a:lnTo>
                <a:lnTo>
                  <a:pt x="175851" y="65341"/>
                </a:lnTo>
                <a:lnTo>
                  <a:pt x="173056" y="65341"/>
                </a:lnTo>
                <a:lnTo>
                  <a:pt x="170259" y="65341"/>
                </a:lnTo>
                <a:lnTo>
                  <a:pt x="167460" y="65341"/>
                </a:lnTo>
                <a:lnTo>
                  <a:pt x="164660" y="65341"/>
                </a:lnTo>
                <a:lnTo>
                  <a:pt x="161857" y="65342"/>
                </a:lnTo>
                <a:lnTo>
                  <a:pt x="159052" y="65341"/>
                </a:lnTo>
                <a:lnTo>
                  <a:pt x="156245" y="65342"/>
                </a:lnTo>
                <a:lnTo>
                  <a:pt x="153437" y="65342"/>
                </a:lnTo>
                <a:lnTo>
                  <a:pt x="150627" y="65341"/>
                </a:lnTo>
                <a:lnTo>
                  <a:pt x="147815" y="65341"/>
                </a:lnTo>
                <a:lnTo>
                  <a:pt x="145001" y="65341"/>
                </a:lnTo>
                <a:lnTo>
                  <a:pt x="142186" y="65341"/>
                </a:lnTo>
                <a:lnTo>
                  <a:pt x="139369" y="65341"/>
                </a:lnTo>
                <a:lnTo>
                  <a:pt x="136550" y="65341"/>
                </a:lnTo>
                <a:lnTo>
                  <a:pt x="133730" y="65341"/>
                </a:lnTo>
                <a:lnTo>
                  <a:pt x="130908" y="65341"/>
                </a:lnTo>
                <a:lnTo>
                  <a:pt x="128085" y="65341"/>
                </a:lnTo>
                <a:lnTo>
                  <a:pt x="125260" y="65341"/>
                </a:lnTo>
                <a:lnTo>
                  <a:pt x="122434" y="65341"/>
                </a:lnTo>
                <a:lnTo>
                  <a:pt x="119607" y="65341"/>
                </a:lnTo>
                <a:lnTo>
                  <a:pt x="116778" y="65342"/>
                </a:lnTo>
                <a:lnTo>
                  <a:pt x="113947" y="65341"/>
                </a:lnTo>
                <a:lnTo>
                  <a:pt x="111116" y="65342"/>
                </a:lnTo>
                <a:lnTo>
                  <a:pt x="108283" y="65341"/>
                </a:lnTo>
                <a:lnTo>
                  <a:pt x="105448" y="65342"/>
                </a:lnTo>
                <a:lnTo>
                  <a:pt x="102613" y="65341"/>
                </a:lnTo>
                <a:lnTo>
                  <a:pt x="99776" y="65341"/>
                </a:lnTo>
                <a:lnTo>
                  <a:pt x="96938" y="65341"/>
                </a:lnTo>
                <a:lnTo>
                  <a:pt x="94099" y="65342"/>
                </a:lnTo>
                <a:lnTo>
                  <a:pt x="91259" y="65342"/>
                </a:lnTo>
                <a:lnTo>
                  <a:pt x="88418" y="65342"/>
                </a:lnTo>
                <a:lnTo>
                  <a:pt x="85576" y="65341"/>
                </a:lnTo>
                <a:lnTo>
                  <a:pt x="82733" y="65341"/>
                </a:lnTo>
                <a:lnTo>
                  <a:pt x="79889" y="65341"/>
                </a:lnTo>
                <a:lnTo>
                  <a:pt x="77044" y="65342"/>
                </a:lnTo>
                <a:lnTo>
                  <a:pt x="74198" y="65341"/>
                </a:lnTo>
                <a:lnTo>
                  <a:pt x="71351" y="65341"/>
                </a:lnTo>
                <a:lnTo>
                  <a:pt x="68504" y="65342"/>
                </a:lnTo>
                <a:lnTo>
                  <a:pt x="65655" y="65342"/>
                </a:lnTo>
                <a:lnTo>
                  <a:pt x="62806" y="65341"/>
                </a:lnTo>
                <a:lnTo>
                  <a:pt x="59956" y="65341"/>
                </a:lnTo>
                <a:lnTo>
                  <a:pt x="57106" y="65342"/>
                </a:lnTo>
                <a:lnTo>
                  <a:pt x="54255" y="65341"/>
                </a:lnTo>
                <a:lnTo>
                  <a:pt x="51403" y="65341"/>
                </a:lnTo>
                <a:lnTo>
                  <a:pt x="48550" y="65342"/>
                </a:lnTo>
                <a:lnTo>
                  <a:pt x="45697" y="65342"/>
                </a:lnTo>
                <a:lnTo>
                  <a:pt x="42844" y="65341"/>
                </a:lnTo>
                <a:lnTo>
                  <a:pt x="39990" y="65341"/>
                </a:lnTo>
                <a:lnTo>
                  <a:pt x="37135" y="65341"/>
                </a:lnTo>
                <a:lnTo>
                  <a:pt x="34280" y="65341"/>
                </a:lnTo>
                <a:lnTo>
                  <a:pt x="31425" y="65341"/>
                </a:lnTo>
                <a:lnTo>
                  <a:pt x="28569" y="65341"/>
                </a:lnTo>
                <a:lnTo>
                  <a:pt x="25713" y="65342"/>
                </a:lnTo>
                <a:lnTo>
                  <a:pt x="22857" y="65341"/>
                </a:lnTo>
                <a:lnTo>
                  <a:pt x="20001" y="65341"/>
                </a:lnTo>
                <a:lnTo>
                  <a:pt x="17144" y="65341"/>
                </a:lnTo>
                <a:lnTo>
                  <a:pt x="14287" y="65342"/>
                </a:lnTo>
                <a:lnTo>
                  <a:pt x="11430" y="65341"/>
                </a:lnTo>
                <a:lnTo>
                  <a:pt x="8572" y="65341"/>
                </a:lnTo>
                <a:lnTo>
                  <a:pt x="5715" y="65341"/>
                </a:lnTo>
                <a:lnTo>
                  <a:pt x="2857" y="65341"/>
                </a:lnTo>
                <a:lnTo>
                  <a:pt x="0" y="65341"/>
                </a:lnTo>
                <a:close/>
              </a:path>
            </a:pathLst>
          </a:custGeom>
          <a:solidFill>
            <a:srgbClr val="A67F5C"/>
          </a:solidFill>
          <a:ln w="0">
            <a:noFill/>
          </a:ln>
        </p:spPr>
      </p:sp>
      <p:sp>
        <p:nvSpPr>
          <p:cNvPr id="193" name="Guardrails left rule"/>
          <p:cNvSpPr>
            <a:spLocks noGrp="1"/>
          </p:cNvSpPr>
          <p:nvPr/>
        </p:nvSpPr>
        <p:spPr>
          <a:xfrm>
            <a:off x="1343025" y="10991850"/>
            <a:ext cx="3028950" cy="95"/>
          </a:xfrm>
          <a:prstGeom prst="line">
            <a:avLst/>
          </a:prstGeom>
          <a:noFill/>
          <a:ln w="19050" cap="flat">
            <a:solidFill>
              <a:srgbClr val="A8754E"/>
            </a:solidFill>
            <a:prstDash val="solid"/>
          </a:ln>
        </p:spPr>
      </p:sp>
      <p:sp>
        <p:nvSpPr>
          <p:cNvPr id="194" name="Guardrails right rule"/>
          <p:cNvSpPr>
            <a:spLocks noGrp="1"/>
          </p:cNvSpPr>
          <p:nvPr/>
        </p:nvSpPr>
        <p:spPr>
          <a:xfrm>
            <a:off x="9401175" y="10991850"/>
            <a:ext cx="3057525" cy="95"/>
          </a:xfrm>
          <a:prstGeom prst="line">
            <a:avLst/>
          </a:prstGeom>
          <a:noFill/>
          <a:ln w="38100">
            <a:solidFill>
              <a:srgbClr val="B77C5F"/>
            </a:solidFill>
            <a:prstDash val="solid"/>
          </a:ln>
        </p:spPr>
      </p:sp>
      <p:sp>
        <p:nvSpPr>
          <p:cNvPr id="195" name="Ethical guardrails"/>
          <p:cNvSpPr>
            <a:spLocks noGrp="1"/>
          </p:cNvSpPr>
          <p:nvPr/>
        </p:nvSpPr>
        <p:spPr>
          <a:xfrm>
            <a:off x="4486275" y="10829925"/>
            <a:ext cx="48196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0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</a:lstStyle>
          <a:p>
            <a:pPr algn="ctr">
              <a:defRPr sz="1875" b="0">
                <a:solidFill>
                  <a:srgbClr val="3D170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A8754E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C.A.R.E.S. ethical guardrails across every loop</a:t>
            </a:r>
            <a:endParaRPr sz="1875" b="0">
              <a:solidFill>
                <a:srgbClr val="A8754E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  <p:pic>
        <p:nvPicPr>
          <p:cNvPr id="218" name="图片 217" descr="eb107b3f37f72db826b82ebe7c7f7bf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16835" y="4321175"/>
            <a:ext cx="3575050" cy="2012950"/>
          </a:xfrm>
          <a:prstGeom prst="rect">
            <a:avLst/>
          </a:prstGeom>
        </p:spPr>
      </p:pic>
      <p:sp>
        <p:nvSpPr>
          <p:cNvPr id="219" name="Engagement circle: Access to Participate"/>
          <p:cNvSpPr>
            <a:spLocks noGrp="1"/>
          </p:cNvSpPr>
          <p:nvPr/>
        </p:nvSpPr>
        <p:spPr>
          <a:xfrm rot="16200000">
            <a:off x="9747073" y="1569761"/>
            <a:ext cx="762894" cy="761586"/>
          </a:xfrm>
          <a:custGeom>
            <a:avLst/>
            <a:gdLst/>
            <a:ahLst/>
            <a:cxnLst/>
            <a:pathLst>
              <a:path w="762894" h="761586">
                <a:moveTo>
                  <a:pt x="44280" y="0"/>
                </a:moveTo>
                <a:cubicBezTo>
                  <a:pt x="321077" y="129073"/>
                  <a:pt x="552870" y="338093"/>
                  <a:pt x="709777" y="600117"/>
                </a:cubicBezTo>
                <a:lnTo>
                  <a:pt x="762894" y="568309"/>
                </a:lnTo>
                <a:lnTo>
                  <a:pt x="736247" y="761586"/>
                </a:lnTo>
                <a:lnTo>
                  <a:pt x="566770" y="685754"/>
                </a:lnTo>
                <a:lnTo>
                  <a:pt x="619887" y="653946"/>
                </a:lnTo>
                <a:cubicBezTo>
                  <a:pt x="473733" y="409880"/>
                  <a:pt x="257827" y="215185"/>
                  <a:pt x="0" y="94958"/>
                </a:cubicBezTo>
                <a:close/>
              </a:path>
            </a:pathLst>
          </a:custGeom>
          <a:solidFill>
            <a:srgbClr val="B08A64"/>
          </a:solidFill>
          <a:ln w="0">
            <a:noFill/>
          </a:ln>
        </p:spPr>
      </p:sp>
      <p:sp>
        <p:nvSpPr>
          <p:cNvPr id="220" name="Growth circle: Exchange to Co-create"/>
          <p:cNvSpPr>
            <a:spLocks noGrp="1"/>
          </p:cNvSpPr>
          <p:nvPr/>
        </p:nvSpPr>
        <p:spPr>
          <a:xfrm rot="16200000">
            <a:off x="9703893" y="5988091"/>
            <a:ext cx="762894" cy="761586"/>
          </a:xfrm>
          <a:custGeom>
            <a:avLst/>
            <a:gdLst/>
            <a:ahLst/>
            <a:cxnLst/>
            <a:pathLst>
              <a:path w="762894" h="761586">
                <a:moveTo>
                  <a:pt x="44280" y="0"/>
                </a:moveTo>
                <a:cubicBezTo>
                  <a:pt x="321077" y="129073"/>
                  <a:pt x="552870" y="338093"/>
                  <a:pt x="709777" y="600117"/>
                </a:cubicBezTo>
                <a:lnTo>
                  <a:pt x="762894" y="568309"/>
                </a:lnTo>
                <a:lnTo>
                  <a:pt x="736247" y="761586"/>
                </a:lnTo>
                <a:lnTo>
                  <a:pt x="566770" y="685754"/>
                </a:lnTo>
                <a:lnTo>
                  <a:pt x="619887" y="653946"/>
                </a:lnTo>
                <a:cubicBezTo>
                  <a:pt x="473733" y="409880"/>
                  <a:pt x="257827" y="215185"/>
                  <a:pt x="0" y="94958"/>
                </a:cubicBezTo>
                <a:close/>
              </a:path>
            </a:pathLst>
          </a:custGeom>
          <a:solidFill>
            <a:srgbClr val="B77C5F"/>
          </a:solidFill>
          <a:ln w="0"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-210820" y="755015"/>
            <a:ext cx="11520000" cy="1080000"/>
          </a:xfrm>
          <a:prstGeom prst="roundRect">
            <a:avLst>
              <a:gd name="adj" fmla="val 12000"/>
            </a:avLst>
          </a:prstGeom>
          <a:solidFill>
            <a:srgbClr val="E8D5C1"/>
          </a:solidFill>
          <a:ln w="31750">
            <a:solidFill>
              <a:srgbClr val="C4915F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solidFill>
                  <a:srgbClr val="4B3900"/>
                </a:solidFill>
                <a:latin typeface="Calibri" panose="020F0502020204030204" charset="0"/>
                <a:cs typeface="Calibri" panose="020F0502020204030204" charset="0"/>
              </a:rPr>
              <a:t>Respiratory infections often present with overlapping symptoms, while access to local testing remains limited. Field investigations and interviews helped us identify these needs.</a:t>
            </a:r>
            <a:endParaRPr lang="en-US" altLang="zh-CN" sz="2400">
              <a:solidFill>
                <a:srgbClr val="4B39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379470" y="2611755"/>
            <a:ext cx="10453370" cy="1080135"/>
          </a:xfrm>
          <a:prstGeom prst="roundRect">
            <a:avLst>
              <a:gd name="adj" fmla="val 12000"/>
            </a:avLst>
          </a:prstGeom>
          <a:solidFill>
            <a:srgbClr val="E6DCBE"/>
          </a:solidFill>
          <a:ln w="31750">
            <a:solidFill>
              <a:srgbClr val="BF9B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solidFill>
                  <a:srgbClr val="4B3900"/>
                </a:solidFill>
                <a:latin typeface="Calibri" panose="020F0502020204030204" charset="0"/>
                <a:cs typeface="Calibri" panose="020F0502020204030204" charset="0"/>
              </a:rPr>
              <a:t>We developed a portable, five-pathogen preliminary screening tool to support risk identification in nursing homes, kindergartens, and primary-care settings.</a:t>
            </a:r>
            <a:endParaRPr lang="en-US" altLang="zh-CN" sz="2400">
              <a:solidFill>
                <a:srgbClr val="4B39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59435" y="4433570"/>
            <a:ext cx="9216390" cy="1080135"/>
          </a:xfrm>
          <a:prstGeom prst="roundRect">
            <a:avLst>
              <a:gd name="adj" fmla="val 12000"/>
            </a:avLst>
          </a:prstGeom>
          <a:solidFill>
            <a:srgbClr val="D0D8C8"/>
          </a:solidFill>
          <a:ln w="31750">
            <a:solidFill>
              <a:srgbClr val="80917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solidFill>
                  <a:srgbClr val="4B3900"/>
                </a:solidFill>
                <a:latin typeface="Calibri" panose="020F0502020204030204" charset="0"/>
                <a:cs typeface="Calibri" panose="020F0502020204030204" charset="0"/>
              </a:rPr>
              <a:t>Needs identified in real-world settings guided the iterative optimization of RPA–CRISPR/Cas12a and DNABERT-assisted screening.</a:t>
            </a:r>
            <a:endParaRPr lang="en-US" altLang="zh-CN" sz="2400">
              <a:solidFill>
                <a:srgbClr val="4B39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85440" y="6244590"/>
            <a:ext cx="11457940" cy="1080135"/>
          </a:xfrm>
          <a:prstGeom prst="roundRect">
            <a:avLst>
              <a:gd name="adj" fmla="val 12000"/>
            </a:avLst>
          </a:prstGeom>
          <a:solidFill>
            <a:srgbClr val="C8D1D6"/>
          </a:solidFill>
          <a:ln w="31750">
            <a:solidFill>
              <a:srgbClr val="7A8B9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solidFill>
                  <a:srgbClr val="4B3900"/>
                </a:solidFill>
                <a:latin typeface="Calibri" panose="020F0502020204030204" charset="0"/>
                <a:cs typeface="Calibri" panose="020F0502020204030204" charset="0"/>
              </a:rPr>
              <a:t>User feedback drove the transition from single-channel to multichannel instrumentation, while Hardware and Software jointly improved readouts and operation.</a:t>
            </a:r>
            <a:endParaRPr lang="en-US" altLang="zh-CN" sz="2400">
              <a:solidFill>
                <a:srgbClr val="4B39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02590" y="8111490"/>
            <a:ext cx="10334625" cy="1346200"/>
          </a:xfrm>
          <a:prstGeom prst="roundRect">
            <a:avLst>
              <a:gd name="adj" fmla="val 12000"/>
            </a:avLst>
          </a:prstGeom>
          <a:solidFill>
            <a:srgbClr val="E0CDCA"/>
          </a:solidFill>
          <a:ln w="31750">
            <a:solidFill>
              <a:srgbClr val="BC888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solidFill>
                  <a:srgbClr val="4B3900"/>
                </a:solidFill>
                <a:latin typeface="Calibri" panose="020F0502020204030204" charset="0"/>
                <a:cs typeface="Calibri" panose="020F0502020204030204" charset="0"/>
              </a:rPr>
              <a:t>Through inclusive participation, inter-team exchanges, and jointly developed handbooks, we incorporated diverse feedback into further project iterations and shared our experience for others to build upon.</a:t>
            </a:r>
            <a:endParaRPr lang="en-US" altLang="zh-CN" sz="2400">
              <a:solidFill>
                <a:srgbClr val="4B39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图片 3" descr="地球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05597" y="928275"/>
            <a:ext cx="690364" cy="690364"/>
          </a:xfrm>
          <a:prstGeom prst="rect">
            <a:avLst/>
          </a:prstGeom>
        </p:spPr>
      </p:pic>
      <p:pic>
        <p:nvPicPr>
          <p:cNvPr id="6" name="图片 5" descr="手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83815" y="2800350"/>
            <a:ext cx="631190" cy="631190"/>
          </a:xfrm>
          <a:prstGeom prst="rect">
            <a:avLst/>
          </a:prstGeom>
        </p:spPr>
      </p:pic>
      <p:pic>
        <p:nvPicPr>
          <p:cNvPr id="8" name="图片 7" descr="书写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4910" y="4601283"/>
            <a:ext cx="709761" cy="709761"/>
          </a:xfrm>
          <a:prstGeom prst="rect">
            <a:avLst/>
          </a:prstGeom>
        </p:spPr>
      </p:pic>
      <p:pic>
        <p:nvPicPr>
          <p:cNvPr id="10" name="图片 9" descr="产品迭代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71071" y="6401303"/>
            <a:ext cx="689646" cy="689646"/>
          </a:xfrm>
          <a:prstGeom prst="rect">
            <a:avLst/>
          </a:prstGeom>
        </p:spPr>
      </p:pic>
      <p:pic>
        <p:nvPicPr>
          <p:cNvPr id="12" name="图片 11" descr="合作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72597" y="8489267"/>
            <a:ext cx="688928" cy="688928"/>
          </a:xfrm>
          <a:prstGeom prst="rect">
            <a:avLst/>
          </a:prstGeom>
        </p:spPr>
      </p:pic>
      <p:pic>
        <p:nvPicPr>
          <p:cNvPr id="13" name="图片 12" descr="箭头-尖尾-向左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5400000" flipH="1">
            <a:off x="7737946" y="1887038"/>
            <a:ext cx="733467" cy="688928"/>
          </a:xfrm>
          <a:prstGeom prst="rect">
            <a:avLst/>
          </a:prstGeom>
        </p:spPr>
      </p:pic>
      <p:pic>
        <p:nvPicPr>
          <p:cNvPr id="14" name="图片 13" descr="箭头-尖尾-向左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 flipH="1" flipV="1">
            <a:off x="5348557" y="3683339"/>
            <a:ext cx="711916" cy="783035"/>
          </a:xfrm>
          <a:prstGeom prst="rect">
            <a:avLst/>
          </a:prstGeom>
        </p:spPr>
      </p:pic>
      <p:pic>
        <p:nvPicPr>
          <p:cNvPr id="15" name="图片 14" descr="箭头-尖尾-向左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5400000" flipH="1">
            <a:off x="7892142" y="5523364"/>
            <a:ext cx="738496" cy="714789"/>
          </a:xfrm>
          <a:prstGeom prst="rect">
            <a:avLst/>
          </a:prstGeom>
        </p:spPr>
      </p:pic>
      <p:pic>
        <p:nvPicPr>
          <p:cNvPr id="16" name="图片 15" descr="箭头-尖尾-向左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5400000" flipH="1" flipV="1">
            <a:off x="5381393" y="7326438"/>
            <a:ext cx="711916" cy="7830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505792" y="3572639"/>
            <a:ext cx="12412980" cy="537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80" b="1" dirty="0">
                <a:solidFill>
                  <a:srgbClr val="462F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 Practices, in Numbers</a:t>
            </a:r>
            <a:endParaRPr lang="en-US" sz="3280" dirty="0"/>
          </a:p>
        </p:txBody>
      </p:sp>
      <p:sp>
        <p:nvSpPr>
          <p:cNvPr id="5" name="Shape 3"/>
          <p:cNvSpPr/>
          <p:nvPr/>
        </p:nvSpPr>
        <p:spPr>
          <a:xfrm>
            <a:off x="10581922" y="4687796"/>
            <a:ext cx="1665839" cy="2193103"/>
          </a:xfrm>
          <a:prstGeom prst="roundRect">
            <a:avLst>
              <a:gd name="adj" fmla="val 7813"/>
            </a:avLst>
          </a:prstGeom>
          <a:solidFill>
            <a:srgbClr val="FCF7F0"/>
          </a:solidFill>
          <a:ln w="11430">
            <a:solidFill>
              <a:srgbClr val="E6D0BD"/>
            </a:solidFill>
            <a:prstDash val="solid"/>
          </a:ln>
          <a:effectLst>
            <a:outerShdw blurRad="17780" dist="50800" dir="2700000" algn="bl" rotWithShape="0">
              <a:srgbClr val="D1BAA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664531" y="5080730"/>
            <a:ext cx="1526480" cy="693202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75" b="1" dirty="0">
                <a:solidFill>
                  <a:srgbClr val="B9664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endParaRPr lang="en-US" sz="4865" dirty="0"/>
          </a:p>
        </p:txBody>
      </p:sp>
      <p:sp>
        <p:nvSpPr>
          <p:cNvPr id="7" name="Text 5"/>
          <p:cNvSpPr/>
          <p:nvPr/>
        </p:nvSpPr>
        <p:spPr>
          <a:xfrm>
            <a:off x="10654475" y="5877373"/>
            <a:ext cx="1543002" cy="72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15" b="1" dirty="0">
                <a:solidFill>
                  <a:srgbClr val="462F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Published  resources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008162" y="4687796"/>
            <a:ext cx="1665839" cy="2193103"/>
          </a:xfrm>
          <a:prstGeom prst="roundRect">
            <a:avLst>
              <a:gd name="adj" fmla="val 7813"/>
            </a:avLst>
          </a:prstGeom>
          <a:solidFill>
            <a:srgbClr val="FCF7F0"/>
          </a:solidFill>
          <a:ln w="11430">
            <a:solidFill>
              <a:srgbClr val="E6D0BD"/>
            </a:solidFill>
            <a:prstDash val="solid"/>
          </a:ln>
          <a:effectLst>
            <a:outerShdw blurRad="17780" dist="50800" dir="2700000" algn="bl" rotWithShape="0">
              <a:srgbClr val="D1BAA5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90771" y="5080730"/>
            <a:ext cx="1526480" cy="693202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75" b="1" dirty="0">
                <a:solidFill>
                  <a:srgbClr val="A57C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50+</a:t>
            </a:r>
            <a:endParaRPr lang="en-US" sz="4865" dirty="0"/>
          </a:p>
        </p:txBody>
      </p:sp>
      <p:sp>
        <p:nvSpPr>
          <p:cNvPr id="11" name="Text 9"/>
          <p:cNvSpPr/>
          <p:nvPr/>
        </p:nvSpPr>
        <p:spPr>
          <a:xfrm>
            <a:off x="7080714" y="5877373"/>
            <a:ext cx="1543002" cy="72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15" b="1" dirty="0">
                <a:solidFill>
                  <a:srgbClr val="462F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Engagement actions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36824" y="5318502"/>
            <a:ext cx="3034284" cy="2277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18767" y="4687796"/>
            <a:ext cx="1665839" cy="2193103"/>
          </a:xfrm>
          <a:prstGeom prst="roundRect">
            <a:avLst>
              <a:gd name="adj" fmla="val 7813"/>
            </a:avLst>
          </a:prstGeom>
          <a:solidFill>
            <a:srgbClr val="FCF7F0"/>
          </a:solidFill>
          <a:ln w="11430">
            <a:solidFill>
              <a:srgbClr val="E6D0BD"/>
            </a:solidFill>
            <a:prstDash val="solid"/>
          </a:ln>
          <a:effectLst>
            <a:outerShdw blurRad="17780" dist="50800" dir="2700000" algn="bl" rotWithShape="0">
              <a:srgbClr val="D1BAA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1377" y="5080730"/>
            <a:ext cx="1526480" cy="693202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75" b="1" dirty="0">
                <a:solidFill>
                  <a:srgbClr val="CD80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770+</a:t>
            </a:r>
            <a:endParaRPr lang="en-US" sz="4865" dirty="0"/>
          </a:p>
        </p:txBody>
      </p:sp>
      <p:sp>
        <p:nvSpPr>
          <p:cNvPr id="15" name="Text 13"/>
          <p:cNvSpPr/>
          <p:nvPr/>
        </p:nvSpPr>
        <p:spPr>
          <a:xfrm>
            <a:off x="5291320" y="5877373"/>
            <a:ext cx="1543002" cy="72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15" b="1" dirty="0">
                <a:solidFill>
                  <a:srgbClr val="462F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Participants</a:t>
            </a:r>
            <a:endParaRPr lang="en-US" sz="2000" b="1" dirty="0">
              <a:solidFill>
                <a:srgbClr val="462F29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808331" y="4687796"/>
            <a:ext cx="1665839" cy="2193103"/>
          </a:xfrm>
          <a:prstGeom prst="roundRect">
            <a:avLst>
              <a:gd name="adj" fmla="val 7813"/>
            </a:avLst>
          </a:prstGeom>
          <a:solidFill>
            <a:srgbClr val="FCF7F0"/>
          </a:solidFill>
          <a:ln w="11430">
            <a:solidFill>
              <a:srgbClr val="E6D0BD"/>
            </a:solidFill>
            <a:prstDash val="solid"/>
          </a:ln>
          <a:effectLst>
            <a:outerShdw blurRad="17780" dist="50800" dir="2700000" algn="bl" rotWithShape="0">
              <a:srgbClr val="D1BAA5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90941" y="5080730"/>
            <a:ext cx="1526480" cy="693202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75" b="1" dirty="0">
                <a:solidFill>
                  <a:srgbClr val="D99D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28+</a:t>
            </a:r>
            <a:endParaRPr lang="en-US" sz="4865" dirty="0"/>
          </a:p>
        </p:txBody>
      </p:sp>
      <p:sp>
        <p:nvSpPr>
          <p:cNvPr id="19" name="Text 17"/>
          <p:cNvSpPr/>
          <p:nvPr/>
        </p:nvSpPr>
        <p:spPr>
          <a:xfrm>
            <a:off x="8880165" y="5877373"/>
            <a:ext cx="1543002" cy="72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15" b="1" dirty="0">
                <a:solidFill>
                  <a:srgbClr val="462F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Reusable practices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665121" y="4687796"/>
            <a:ext cx="1665839" cy="2193103"/>
          </a:xfrm>
          <a:prstGeom prst="roundRect">
            <a:avLst>
              <a:gd name="adj" fmla="val 7813"/>
            </a:avLst>
          </a:prstGeom>
          <a:solidFill>
            <a:srgbClr val="FCF7F0"/>
          </a:solidFill>
          <a:ln w="11430">
            <a:solidFill>
              <a:srgbClr val="E6D0BD"/>
            </a:solidFill>
            <a:prstDash val="solid"/>
          </a:ln>
          <a:effectLst>
            <a:outerShdw blurRad="17780" dist="50800" dir="2700000" algn="bl" rotWithShape="0">
              <a:srgbClr val="D1BAA5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748449" y="5080730"/>
            <a:ext cx="1526480" cy="693202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75" b="1" dirty="0">
                <a:solidFill>
                  <a:srgbClr val="B9664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</a:t>
            </a:r>
            <a:endParaRPr lang="en-US" sz="4865" dirty="0"/>
          </a:p>
        </p:txBody>
      </p:sp>
      <p:sp>
        <p:nvSpPr>
          <p:cNvPr id="23" name="Text 21"/>
          <p:cNvSpPr/>
          <p:nvPr/>
        </p:nvSpPr>
        <p:spPr>
          <a:xfrm>
            <a:off x="1737674" y="5877373"/>
            <a:ext cx="1543002" cy="72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15" b="1" dirty="0">
                <a:solidFill>
                  <a:srgbClr val="462F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Fields 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444458" y="4687796"/>
            <a:ext cx="1665839" cy="2193103"/>
          </a:xfrm>
          <a:prstGeom prst="roundRect">
            <a:avLst>
              <a:gd name="adj" fmla="val 7813"/>
            </a:avLst>
          </a:prstGeom>
          <a:solidFill>
            <a:srgbClr val="FCF7F0"/>
          </a:solidFill>
          <a:ln w="11430">
            <a:solidFill>
              <a:srgbClr val="E6D0BD"/>
            </a:solidFill>
            <a:prstDash val="solid"/>
          </a:ln>
          <a:effectLst>
            <a:outerShdw blurRad="17780" dist="50800" dir="2700000" algn="bl" rotWithShape="0">
              <a:srgbClr val="D1BAA5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527068" y="5080730"/>
            <a:ext cx="1526480" cy="693202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75" b="1" dirty="0">
                <a:solidFill>
                  <a:srgbClr val="AE71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43</a:t>
            </a:r>
            <a:endParaRPr lang="en-US" sz="4865" dirty="0"/>
          </a:p>
        </p:txBody>
      </p:sp>
      <p:sp>
        <p:nvSpPr>
          <p:cNvPr id="27" name="Text 25"/>
          <p:cNvSpPr/>
          <p:nvPr/>
        </p:nvSpPr>
        <p:spPr>
          <a:xfrm>
            <a:off x="3517011" y="5877373"/>
            <a:ext cx="1543002" cy="72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15" b="1" dirty="0">
                <a:solidFill>
                  <a:srgbClr val="462F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Professional contacts</a:t>
            </a:r>
            <a:endParaRPr lang="en-US" sz="20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816402" y="9270111"/>
            <a:ext cx="905000" cy="339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9C82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</a:lstStyle>
          <a:p>
            <a:pPr algn="l"/>
            <a:fld id="{F7021451-1387-4CA6-816F-3879F97B5CBC}" type="slidenum">
              <a:rPr lang="en-US" sz="905" b="0"/>
            </a:fld>
            <a:endParaRPr lang="en-US" sz="90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1300</Words>
  <Application>WPS 演示</Application>
  <PresentationFormat>Converted Presentation</PresentationFormat>
  <Paragraphs>199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宋体</vt:lpstr>
      <vt:lpstr>Wingdings</vt:lpstr>
      <vt:lpstr>Times New Roman</vt:lpstr>
      <vt:lpstr>Arial</vt:lpstr>
      <vt:lpstr>微软雅黑</vt:lpstr>
      <vt:lpstr>Arial Unicode MS</vt:lpstr>
      <vt:lpstr>Aptos</vt:lpstr>
      <vt:lpstr>Segoe UI</vt:lpstr>
      <vt:lpstr>Calibri</vt:lpstr>
      <vt:lpstr>Times New Roman</vt:lpstr>
      <vt:lpstr>Arial</vt:lpstr>
      <vt:lpstr>Arial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杨雨佳</cp:lastModifiedBy>
  <cp:revision>2</cp:revision>
  <dcterms:created xsi:type="dcterms:W3CDTF">2026-10-17T07:02:00Z</dcterms:created>
  <dcterms:modified xsi:type="dcterms:W3CDTF">2026-10-17T12:33:44Z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C3564554613440BD993FBE6616CA901E_13</vt:lpwstr>
  </property>
  <property fmtid="{D5CDD505-2E9C-101B-9397-08002B2CF9AE}" pid="3" name="KSOProductBuildVer">
    <vt:lpwstr>2052-12.1.0.28505</vt:lpwstr>
  </property>
</Properties>
</file>