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6" r:id="rId3"/>
    <p:sldId id="269" r:id="rId4"/>
    <p:sldId id="267" r:id="rId5"/>
    <p:sldId id="268" r:id="rId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4" userDrawn="1">
          <p15:clr>
            <a:srgbClr val="A4A3A4"/>
          </p15:clr>
        </p15:guide>
        <p15:guide id="2" pos="2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3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04"/>
        <p:guide pos="28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-328930" y="1680845"/>
            <a:ext cx="12614910" cy="3634740"/>
            <a:chOff x="-518" y="2647"/>
            <a:chExt cx="19866" cy="572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518" y="2647"/>
              <a:ext cx="19866" cy="5725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27" y="5437"/>
              <a:ext cx="2021" cy="2176"/>
            </a:xfrm>
            <a:prstGeom prst="rect">
              <a:avLst/>
            </a:prstGeom>
          </p:spPr>
        </p:pic>
        <p:pic>
          <p:nvPicPr>
            <p:cNvPr id="5" name="图片 4" descr="望远镜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8" y="5474"/>
              <a:ext cx="2417" cy="24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4620" y="4355465"/>
            <a:ext cx="12635865" cy="18751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08380" y="4963795"/>
            <a:ext cx="10727055" cy="9785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>
                <a:solidFill>
                  <a:srgbClr val="6F4E37"/>
                </a:solidFill>
                <a:latin typeface="Times New Roman" panose="02020603050405020304"/>
                <a:ea typeface="Times New Roman" panose="02020603050405020304"/>
              </a:rPr>
              <a:t>For the Well-being of Humanity</a:t>
            </a:r>
            <a:r>
              <a:rPr lang="zh-CN" altLang="en-US" sz="2400" b="1" i="1">
                <a:solidFill>
                  <a:srgbClr val="6F4E37"/>
                </a:solidFill>
                <a:latin typeface="Times New Roman" panose="02020603050405020304"/>
                <a:ea typeface="Times New Roman" panose="02020603050405020304"/>
              </a:rPr>
              <a:t>，</a:t>
            </a:r>
            <a:r>
              <a:rPr lang="en-US" altLang="zh-CN" sz="2400" b="1" i="1">
                <a:solidFill>
                  <a:srgbClr val="6F4E37"/>
                </a:solidFill>
                <a:latin typeface="Times New Roman" panose="02020603050405020304"/>
                <a:ea typeface="Times New Roman" panose="02020603050405020304"/>
              </a:rPr>
              <a:t>Health Is a Right for Everyone</a:t>
            </a:r>
            <a:endParaRPr lang="en-US" altLang="zh-CN" sz="2400" b="1" i="1">
              <a:solidFill>
                <a:srgbClr val="6F4E37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>
                <a:solidFill>
                  <a:srgbClr val="6F4E37"/>
                </a:solidFill>
                <a:latin typeface="Times New Roman" panose="02020603050405020304"/>
                <a:ea typeface="Times New Roman" panose="02020603050405020304"/>
              </a:rPr>
              <a:t>For a Better Future for Humanity, We Keep Going</a:t>
            </a:r>
            <a:endParaRPr lang="en-US" altLang="zh-CN" sz="2400" b="1" i="1">
              <a:solidFill>
                <a:srgbClr val="6F4E37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8" name="图片 8" descr="白泽侧走2.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4837430"/>
            <a:ext cx="1323975" cy="13239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430" y="1229360"/>
            <a:ext cx="12639675" cy="35744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96240" y="1249680"/>
            <a:ext cx="12087860" cy="4707255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6097905" y="4664710"/>
            <a:ext cx="1294765" cy="620395"/>
            <a:chOff x="9603" y="7346"/>
            <a:chExt cx="2039" cy="977"/>
          </a:xfrm>
        </p:grpSpPr>
        <p:pic>
          <p:nvPicPr>
            <p:cNvPr id="2" name="图片 1" descr="白泽手指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3" y="7346"/>
              <a:ext cx="1105" cy="977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10536" y="7821"/>
              <a:ext cx="1106" cy="50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>
                  <a:solidFill>
                    <a:srgbClr val="4B3900"/>
                  </a:solidFill>
                  <a:latin typeface="Times New Roman" panose="02020603050405020304" charset="0"/>
                  <a:cs typeface="Times New Roman" panose="02020603050405020304" charset="0"/>
                </a:rPr>
                <a:t>Click</a:t>
              </a:r>
              <a:endParaRPr lang="en-US" altLang="zh-CN" sz="1600">
                <a:solidFill>
                  <a:srgbClr val="4B39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7774"/>
          <a:stretch>
            <a:fillRect/>
          </a:stretch>
        </p:blipFill>
        <p:spPr>
          <a:xfrm>
            <a:off x="2835910" y="477520"/>
            <a:ext cx="8745855" cy="5483860"/>
          </a:xfrm>
          <a:prstGeom prst="rect">
            <a:avLst/>
          </a:prstGeom>
        </p:spPr>
      </p:pic>
      <p:pic>
        <p:nvPicPr>
          <p:cNvPr id="3" name="图片 2" descr="白泽手指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420" y="2556510"/>
            <a:ext cx="628015" cy="5549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WPS 演示</Application>
  <PresentationFormat>On-screen Show (4:3)</PresentationFormat>
  <Paragraphs>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Arial</vt:lpstr>
      <vt:lpstr>Aptos</vt:lpstr>
      <vt:lpstr>Segoe UI</vt:lpstr>
      <vt:lpstr>Calibri</vt:lpstr>
      <vt:lpstr>微软雅黑</vt:lpstr>
      <vt:lpstr>Arial Unicode MS</vt:lpstr>
      <vt:lpstr>Times New Roman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ByeGerm | IHP Statistics — English Edition</dc:title>
  <dc:creator/>
  <dc:description>Translated and recolored from the original IHP report. Counts retain their original evidence qualifications.</dc:description>
  <dc:subject>Human Practices data report, English edition, warm-brown design</dc:subject>
  <cp:lastModifiedBy>杨雨佳</cp:lastModifiedBy>
  <cp:revision>4</cp:revision>
  <dcterms:created xsi:type="dcterms:W3CDTF">2013-01-27T09:14:00Z</dcterms:created>
  <dcterms:modified xsi:type="dcterms:W3CDTF">2026-10-18T14:06:40Z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F7CAFAE0DAB24998BA4DF55DDC971A8F_13</vt:lpwstr>
  </property>
</Properties>
</file>